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97" r:id="rId3"/>
    <p:sldId id="256" r:id="rId4"/>
    <p:sldId id="278" r:id="rId5"/>
    <p:sldId id="289" r:id="rId6"/>
    <p:sldId id="290" r:id="rId7"/>
    <p:sldId id="292" r:id="rId8"/>
    <p:sldId id="291" r:id="rId9"/>
    <p:sldId id="299" r:id="rId10"/>
    <p:sldId id="293" r:id="rId11"/>
    <p:sldId id="285" r:id="rId12"/>
    <p:sldId id="29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D050"/>
    <a:srgbClr val="000000"/>
    <a:srgbClr val="5D7373"/>
    <a:srgbClr val="0099CC"/>
    <a:srgbClr val="24ABB3"/>
    <a:srgbClr val="910000"/>
    <a:srgbClr val="4472C4"/>
    <a:srgbClr val="ED7D31"/>
    <a:srgbClr val="00A0A8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8" autoAdjust="0"/>
    <p:restoredTop sz="93690" autoAdjust="0"/>
  </p:normalViewPr>
  <p:slideViewPr>
    <p:cSldViewPr snapToGrid="0">
      <p:cViewPr varScale="1">
        <p:scale>
          <a:sx n="90" d="100"/>
          <a:sy n="90" d="100"/>
        </p:scale>
        <p:origin x="168" y="5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DAF1D7-D75B-4CE2-88F2-223046788BFE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34C621-D893-48B4-BB75-6388FC2418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39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BFB8CE-B9A6-4BE2-89CF-ADACFAEB42D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1385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34C621-D893-48B4-BB75-6388FC24187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808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34C621-D893-48B4-BB75-6388FC24187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3179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34C621-D893-48B4-BB75-6388FC24187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2350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34C621-D893-48B4-BB75-6388FC24187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8550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34C621-D893-48B4-BB75-6388FC24187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17224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34C621-D893-48B4-BB75-6388FC24187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5644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4FAC4-26CA-6068-C629-66A309AFE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303880-FADF-F387-5004-67537C1FD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56F92C-21ED-6C26-7151-3BCEA7EAE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BCB91-6C47-1A65-EDFA-9E4932D608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34C621-D893-48B4-BB75-6388FC24187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9531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34C621-D893-48B4-BB75-6388FC24187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524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CCB04-EEFF-0013-A51A-594F84D3AD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9F7980-055B-0F2F-1B27-631545DCC0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DF3C8-7890-4D23-401B-E6E35CF9D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C4E34-2548-40A6-B991-0AA939E3EAA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1FB8D-F8A9-6E8C-30FE-264BC81C4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0431C-330C-42A9-836E-869014B22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83BE7-BE58-4685-9DAD-FDE30A6BB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785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97C1E-6B14-31B9-C6C7-ED831E8D8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0D9FA-DDAF-22CC-71E4-D14C0F377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B3E01-9B3D-23E6-D11F-D5648FC08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C4E34-2548-40A6-B991-0AA939E3EAA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3AEE5-8DDE-C7E8-2E10-004CCD8BC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DC985-6718-C1B1-75E0-34AEAF341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83BE7-BE58-4685-9DAD-FDE30A6BB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427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00A2C-2634-A91B-BF51-8C419C2E5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01AFB-AD71-9BF9-8372-77B683E47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EEE6F-52BE-6BA2-EB58-0A299F33F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C4E34-2548-40A6-B991-0AA939E3EAA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90D3F-6479-F357-DDBD-966015CE9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02415-620C-C751-17D5-D2B5A9CD5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83BE7-BE58-4685-9DAD-FDE30A6BB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26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FA1E5-4747-F003-20FC-42A485278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EACB4-0CDF-618B-CACF-9BC6AAAB6F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796E51-11B3-404B-7638-6C3E42E74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953A1B-5B09-D854-F54E-BDE6CC533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C4E34-2548-40A6-B991-0AA939E3EAA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5867ED-329E-54DB-D8E9-46EFBFC22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927A83-E8D7-7C49-CBE1-0D423AF8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83BE7-BE58-4685-9DAD-FDE30A6BB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3285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D92B1-AC93-DD24-A3E1-8CB2A4C74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97B234-7C78-B51F-037B-5DF1E4E20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729512-9F7D-DFB3-451A-A301926198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5DBBE7-8CF3-3618-72A7-1ACA9FEC83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64EA18-5D4F-F89C-5142-DC7B841ED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C8D047-C2CB-97E1-90CA-AEBC4D75D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C4E34-2548-40A6-B991-0AA939E3EAA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A9EC40-6403-596F-8AC9-AF75655FC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483FE7-80BA-F24D-7F46-518FDBAF8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83BE7-BE58-4685-9DAD-FDE30A6BB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625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66F13-4C7A-3330-BE0F-7ED8A1280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AE6622-81D4-34F4-9621-7E0E048B5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C4E34-2548-40A6-B991-0AA939E3EAA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ECEE5C-6A52-8F34-0460-2A5D44817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AC0DC9-B9DC-4DF6-343C-E3E73A81F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83BE7-BE58-4685-9DAD-FDE30A6BB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635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AABB2E-07A2-6C19-7639-D3BD695DD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C4E34-2548-40A6-B991-0AA939E3EAA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7E14A0-F9AC-03D1-2607-A52797E81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33E6F-0D83-1633-585B-EF740583A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83BE7-BE58-4685-9DAD-FDE30A6BB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719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2E6E8-F152-F66C-0530-B73F9AF32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A00F4-73C3-D3EE-FBB7-A00A56BB1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392888-17F4-94BF-5D7A-DB94D7E305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453C0F-7607-1D25-2E86-96985D401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C4E34-2548-40A6-B991-0AA939E3EAA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67A46-8057-B1B9-E54A-A851ADBBD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359AB-5FB5-7B55-7936-0575FB0B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83BE7-BE58-4685-9DAD-FDE30A6BB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6632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7DE2F-F2D6-AD91-191D-DB19F0411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468F0E-06DC-E583-BA48-2CCE99356A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5117A7-DDD6-95F6-F00A-DD392AC16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6C6DDC-FCA0-37F4-C415-30A05D512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C4E34-2548-40A6-B991-0AA939E3EAA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F3994-528A-A992-5D82-7831762F3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4ED5C-E2C0-E158-B07F-7FB7188F5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83BE7-BE58-4685-9DAD-FDE30A6BB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5220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8FC6B-C62F-6645-2BA4-8B86D62CB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07316C-B916-3FB9-B853-914C65A7C1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FEE35-F390-D9F4-AD6E-E781C7498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C4E34-2548-40A6-B991-0AA939E3EAA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31ED4-5C4B-098C-CF7F-1CD706D06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A4BA5-B005-FAB3-ED54-CEA7DD416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83BE7-BE58-4685-9DAD-FDE30A6BB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705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A7389F-0666-A25F-3D8E-C0A3267204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6BC98A-C325-4E1C-A3B2-F47B901B6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2C058-49A8-C371-9AB2-EA3C41089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C4E34-2548-40A6-B991-0AA939E3EAA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5024AE-5A20-F551-62A7-4A3282F98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AC4D7-B171-6BCD-B329-100BA9D37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83BE7-BE58-4685-9DAD-FDE30A6BB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5874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CBB80-D913-EEBA-8204-0AFD65B66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42092-937B-4ECA-819F-C2E976C8C8A9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6CD77-853B-B6AF-58AB-EA1C13937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97D5C-77F5-72D3-68E2-D4001B27F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39A7D-3CBC-46ED-A313-4AD58F832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509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F5841-A9C1-6515-3905-B7A081AE70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1002C9-5D58-E510-16DF-7D8F69C33D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FC732-ADCD-BBD8-DF77-77F053DCC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42092-937B-4ECA-819F-C2E976C8C8A9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7F78C-0602-B0B9-0E26-D5A92E92B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2F6A1-38E6-8402-10BD-7B635E0B9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39A7D-3CBC-46ED-A313-4AD58F832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6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CBB80-D913-EEBA-8204-0AFD65B66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42092-937B-4ECA-819F-C2E976C8C8A9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6CD77-853B-B6AF-58AB-EA1C13937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97D5C-77F5-72D3-68E2-D4001B27F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39A7D-3CBC-46ED-A313-4AD58F832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8327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7032F-5862-416B-E0FC-F623C3854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FB8A8-734A-4260-03D4-2D7FB6D55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DB553-2EA9-3974-1DAC-9B846BF7E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42092-937B-4ECA-819F-C2E976C8C8A9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A343B-8E9A-4DD4-F7E6-C749A6FE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58062-70C6-C6D5-A004-E09CCDE7B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39A7D-3CBC-46ED-A313-4AD58F832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0132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3C941-F02D-57EF-450D-410A5ED47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11C5E-8A6C-A3FC-8EDC-44BBD440EC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B7774B-7998-9443-808D-733225BC73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AE356E-B2FE-6F2C-3AB1-51D23FA62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42092-937B-4ECA-819F-C2E976C8C8A9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572439-8769-C7E9-36F1-3EC464C1D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9D345-BA0D-E029-E6CD-B6CEDB89A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39A7D-3CBC-46ED-A313-4AD58F832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5497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AABF-4A52-18B6-7513-BD175D75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54192-83E8-21BB-B0A4-5B040A0A3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146D5B-F5B8-F9E0-1544-6828B9B3A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CAD2EF-A37C-DB67-1142-D8EE0A30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B5844F-1332-1CAB-6AAC-7BFD3A6C1E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FC071E-FFD1-7194-DA4F-1C0C27C89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42092-937B-4ECA-819F-C2E976C8C8A9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A6FB15-9A0B-5941-2465-6049D0D86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A28899-3AD5-B8DE-B5A9-9E55CD15E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39A7D-3CBC-46ED-A313-4AD58F832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4899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5C27B-2523-9170-54A7-7B1D3847E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00ACDB-D9F9-AEE7-EE12-C3A49B38D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42092-937B-4ECA-819F-C2E976C8C8A9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C9BA1-2C88-A870-F382-192B9C22D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327DAD-D0F1-1D77-85C4-78E3C799D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39A7D-3CBC-46ED-A313-4AD58F832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8405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51749E-E8B9-F86C-3609-82FAF145F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42092-937B-4ECA-819F-C2E976C8C8A9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765464-4FAA-6451-65B1-FF8CEB566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BD96B0-FADA-F289-5946-88A7945C9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39A7D-3CBC-46ED-A313-4AD58F832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6991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971A1-A9A7-F469-A2C0-61E8D7CFA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700E3-BC43-2A69-D41F-BAB425DD2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AC470A-7B8D-6F9B-9D94-66CDFDAC5D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E03E01-5E9A-C336-11A9-4E11BC586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42092-937B-4ECA-819F-C2E976C8C8A9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21CB27-9978-DF5C-CAF6-4E9B4396E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5C47C5-9CF7-F221-503A-D6BED91D7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39A7D-3CBC-46ED-A313-4AD58F832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055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04B86-A9FD-14AB-174E-2409981D0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703BF3-D55F-1DF7-136C-06D5DEB4CE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E8DD7A-FF65-C17B-D4E9-59F38F65EC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E7600-9BD2-3E8E-7C1F-67E72BDBA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42092-937B-4ECA-819F-C2E976C8C8A9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1D50D8-F9AA-E4CD-6E66-A537A8533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8BC72-07B1-0A76-D409-6203E2568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39A7D-3CBC-46ED-A313-4AD58F832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4606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94A46-B27F-BA4A-82DF-17A1A837A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5C01D8-8C12-0FCE-BB47-9A98A0A701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543D0-229E-F956-5F70-F45BE9907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42092-937B-4ECA-819F-C2E976C8C8A9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67D28-39EF-CB5A-B668-C605E5C4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4DF25-7395-3030-6B31-A4829453A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39A7D-3CBC-46ED-A313-4AD58F832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7036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63DB47-F199-E6A9-F1E8-5E9DA6BB97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93FB7E-7D1B-5F78-8936-0FCDF42C9E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333D5-6D75-1DA9-05B0-F05079216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42092-937B-4ECA-819F-C2E976C8C8A9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E91EF-899C-12D3-B1D6-E044D9950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3B58F-F405-7205-D92C-4FA7730B3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39A7D-3CBC-46ED-A313-4AD58F832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311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883B82-C72E-1279-1355-FDDF9D864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48A2C1-0FA7-72F9-4205-168C210BA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8B70EF-0563-2327-3FF1-E1B4391C4F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5C4E34-2548-40A6-B991-0AA939E3EAA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203AD-20D8-1D80-4ADA-47C19445D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0CD46-290C-175E-624C-EFCDBF947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83BE7-BE58-4685-9DAD-FDE30A6BB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388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6000" r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05404D-09BE-7F1D-54DA-8CF5C7D62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CC4F5C-D8DE-C7C6-6F86-615A8C2D8A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9D87D-5CD3-B23A-3735-633999DD21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942092-937B-4ECA-819F-C2E976C8C8A9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F4052-E49F-22A2-D1E5-D88F7F8FEA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31C5A-9B64-A196-1165-BBF29F791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739A7D-3CBC-46ED-A313-4AD58F832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087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74F065BB-ECE8-4FB8-A8F7-FE5A67A9D636}"/>
              </a:ext>
            </a:extLst>
          </p:cNvPr>
          <p:cNvSpPr txBox="1"/>
          <p:nvPr/>
        </p:nvSpPr>
        <p:spPr>
          <a:xfrm>
            <a:off x="2165669" y="2202321"/>
            <a:ext cx="78606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b="1" i="1" dirty="0">
                <a:solidFill>
                  <a:prstClr val="white"/>
                </a:solidFill>
                <a:latin typeface="Tw Cen MT" panose="020B0602020104020603" pitchFamily="34" charset="0"/>
              </a:rPr>
              <a:t>CS661</a:t>
            </a:r>
            <a:br>
              <a:rPr lang="en-US" sz="4800" b="1" i="1" dirty="0">
                <a:solidFill>
                  <a:prstClr val="white"/>
                </a:solidFill>
                <a:latin typeface="Tw Cen MT" panose="020B0602020104020603" pitchFamily="34" charset="0"/>
              </a:rPr>
            </a:br>
            <a:r>
              <a:rPr lang="en-US" sz="4800" b="1" i="1" dirty="0">
                <a:solidFill>
                  <a:prstClr val="white"/>
                </a:solidFill>
                <a:latin typeface="Tw Cen MT" panose="020B0602020104020603" pitchFamily="34" charset="0"/>
              </a:rPr>
              <a:t>BIG DATA ANALYTICS </a:t>
            </a:r>
            <a:endParaRPr kumimoji="0" lang="en-US" sz="48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 pitchFamily="34" charset="0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24504E-80AB-49E9-9D1D-F262F204F549}"/>
              </a:ext>
            </a:extLst>
          </p:cNvPr>
          <p:cNvSpPr/>
          <p:nvPr/>
        </p:nvSpPr>
        <p:spPr>
          <a:xfrm>
            <a:off x="2631671" y="3619501"/>
            <a:ext cx="7034843" cy="3238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EA40836D-FAF4-4D9E-8E57-4BCB89D24DE8}"/>
              </a:ext>
            </a:extLst>
          </p:cNvPr>
          <p:cNvSpPr/>
          <p:nvPr/>
        </p:nvSpPr>
        <p:spPr>
          <a:xfrm>
            <a:off x="4248150" y="3835400"/>
            <a:ext cx="5029200" cy="208320"/>
          </a:xfrm>
          <a:prstGeom prst="parallelogram">
            <a:avLst/>
          </a:prstGeom>
          <a:noFill/>
          <a:ln w="57150">
            <a:solidFill>
              <a:srgbClr val="1FF0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82C166E1-95C8-414D-A695-51B56FF787BF}"/>
              </a:ext>
            </a:extLst>
          </p:cNvPr>
          <p:cNvSpPr/>
          <p:nvPr/>
        </p:nvSpPr>
        <p:spPr>
          <a:xfrm>
            <a:off x="4248150" y="3835400"/>
            <a:ext cx="5029200" cy="208320"/>
          </a:xfrm>
          <a:prstGeom prst="parallelogram">
            <a:avLst/>
          </a:prstGeom>
          <a:solidFill>
            <a:srgbClr val="1FF0D8"/>
          </a:solidFill>
          <a:ln w="57150">
            <a:solidFill>
              <a:srgbClr val="1FF0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AA577A-9E56-4ED4-BE48-F25D21F9FE30}"/>
              </a:ext>
            </a:extLst>
          </p:cNvPr>
          <p:cNvSpPr txBox="1"/>
          <p:nvPr/>
        </p:nvSpPr>
        <p:spPr>
          <a:xfrm>
            <a:off x="1520214" y="3640301"/>
            <a:ext cx="2683937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IITK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9591B6-90B0-4DA0-830C-AE082CE0263D}"/>
              </a:ext>
            </a:extLst>
          </p:cNvPr>
          <p:cNvSpPr/>
          <p:nvPr/>
        </p:nvSpPr>
        <p:spPr>
          <a:xfrm>
            <a:off x="0" y="1569493"/>
            <a:ext cx="2525485" cy="52885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2380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"/>
                            </p:stCondLst>
                            <p:childTnLst>
                              <p:par>
                                <p:cTn id="14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xit" presetSubtype="8" accel="10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" presetClass="exit" presetSubtype="4" ac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75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" presetClass="exit" presetSubtype="8" accel="10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8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4" grpId="0" animBg="1"/>
      <p:bldP spid="4" grpId="1" animBg="1"/>
      <p:bldP spid="16" grpId="0" animBg="1"/>
      <p:bldP spid="16" grpId="1" animBg="1"/>
      <p:bldP spid="14" grpId="0" animBg="1"/>
      <p:bldP spid="14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shows a severely damaged car at the scene of a traffic accident, with a blurred background suggesting it was during the daytime.&#10;&#10;AI-generated content may be incorrect.">
            <a:extLst>
              <a:ext uri="{FF2B5EF4-FFF2-40B4-BE49-F238E27FC236}">
                <a16:creationId xmlns:a16="http://schemas.microsoft.com/office/drawing/2014/main" id="{0A1FB81C-B1F9-5876-28D6-7F25AEB62D2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effectLst>
            <a:glow>
              <a:schemeClr val="accent1"/>
            </a:glow>
          </a:effec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E7742145-13C1-4B89-B8EC-13C848BAF0E4}"/>
              </a:ext>
            </a:extLst>
          </p:cNvPr>
          <p:cNvSpPr txBox="1"/>
          <p:nvPr/>
        </p:nvSpPr>
        <p:spPr>
          <a:xfrm>
            <a:off x="5150304" y="3308837"/>
            <a:ext cx="5050971" cy="267765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Maj </a:t>
            </a:r>
            <a:r>
              <a:rPr lang="en-US" sz="2800" b="1" i="1" dirty="0">
                <a:latin typeface="Tw Cen MT" panose="020B0602020104020603" pitchFamily="34" charset="0"/>
              </a:rPr>
              <a:t>Prakhar Kumar Gupta</a:t>
            </a:r>
            <a:endParaRPr kumimoji="0" lang="en-US" sz="2800" b="1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w Cen MT" panose="020B06020201040206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Maj Manish Yadav</a:t>
            </a:r>
          </a:p>
          <a:p>
            <a:pPr lvl="0"/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Shubham Rawat</a:t>
            </a:r>
            <a:br>
              <a:rPr kumimoji="0" lang="en-US" sz="28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</a:br>
            <a:r>
              <a:rPr lang="en-US" sz="2800" b="1" i="1" dirty="0">
                <a:latin typeface="Tw Cen MT" panose="020B0602020104020603" pitchFamily="34" charset="0"/>
              </a:rPr>
              <a:t>Satinder Kaur</a:t>
            </a:r>
            <a:endParaRPr kumimoji="0" lang="en-US" sz="2800" b="1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w Cen MT" panose="020B06020201040206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i="1" dirty="0">
                <a:latin typeface="Tw Cen MT" panose="020B0602020104020603" pitchFamily="34" charset="0"/>
              </a:rPr>
              <a:t>Lt </a:t>
            </a:r>
            <a:r>
              <a:rPr lang="en-US" sz="2800" b="1" i="1" dirty="0" err="1">
                <a:latin typeface="Tw Cen MT" panose="020B0602020104020603" pitchFamily="34" charset="0"/>
              </a:rPr>
              <a:t>Cdr</a:t>
            </a:r>
            <a:r>
              <a:rPr lang="en-US" sz="2800" b="1" i="1" dirty="0">
                <a:latin typeface="Tw Cen MT" panose="020B0602020104020603" pitchFamily="34" charset="0"/>
              </a:rPr>
              <a:t> Vikrant Nagpal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Rahul </a:t>
            </a:r>
            <a:r>
              <a:rPr lang="en-US" sz="2800" b="1" i="1" noProof="0" dirty="0">
                <a:latin typeface="Tw Cen MT" panose="020B0602020104020603" pitchFamily="34" charset="0"/>
              </a:rPr>
              <a:t>S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anjay</a:t>
            </a:r>
            <a:r>
              <a:rPr kumimoji="0" lang="en-US" sz="2800" b="1" i="1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 Das</a:t>
            </a:r>
            <a:endParaRPr kumimoji="0" lang="en-US" sz="2800" b="1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w Cen MT" panose="020B0602020104020603" pitchFamily="34" charset="0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D0D4935-8670-464C-AB15-DBC59DCBF3C1}"/>
              </a:ext>
            </a:extLst>
          </p:cNvPr>
          <p:cNvCxnSpPr>
            <a:cxnSpLocks/>
          </p:cNvCxnSpPr>
          <p:nvPr/>
        </p:nvCxnSpPr>
        <p:spPr>
          <a:xfrm>
            <a:off x="2384338" y="2382156"/>
            <a:ext cx="5728242" cy="0"/>
          </a:xfrm>
          <a:prstGeom prst="line">
            <a:avLst/>
          </a:prstGeom>
          <a:ln w="107950">
            <a:solidFill>
              <a:srgbClr val="1FF0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7E53981-10A8-4DC5-8749-D28B77CBB647}"/>
              </a:ext>
            </a:extLst>
          </p:cNvPr>
          <p:cNvCxnSpPr>
            <a:cxnSpLocks/>
          </p:cNvCxnSpPr>
          <p:nvPr/>
        </p:nvCxnSpPr>
        <p:spPr>
          <a:xfrm flipH="1">
            <a:off x="2186896" y="2337706"/>
            <a:ext cx="242349" cy="1152000"/>
          </a:xfrm>
          <a:prstGeom prst="line">
            <a:avLst/>
          </a:prstGeom>
          <a:ln w="107950">
            <a:solidFill>
              <a:srgbClr val="1FF0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644BBB0-7FCC-4E6A-BAB1-9047A2ABE61F}"/>
              </a:ext>
            </a:extLst>
          </p:cNvPr>
          <p:cNvSpPr txBox="1"/>
          <p:nvPr/>
        </p:nvSpPr>
        <p:spPr>
          <a:xfrm>
            <a:off x="2429245" y="2183778"/>
            <a:ext cx="87980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GROUP </a:t>
            </a:r>
            <a:r>
              <a:rPr lang="en-US" sz="8000" b="1" i="1" dirty="0">
                <a:latin typeface="Tw Cen MT" panose="020B0602020104020603" pitchFamily="34" charset="0"/>
              </a:rPr>
              <a:t>6</a:t>
            </a:r>
            <a:endParaRPr kumimoji="0" lang="en-US" sz="8000" b="1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w Cen MT" panose="020B0602020104020603" pitchFamily="34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FE02D18-E976-41E6-9C97-CCF46BDCA427}"/>
              </a:ext>
            </a:extLst>
          </p:cNvPr>
          <p:cNvCxnSpPr>
            <a:cxnSpLocks/>
          </p:cNvCxnSpPr>
          <p:nvPr/>
        </p:nvCxnSpPr>
        <p:spPr>
          <a:xfrm>
            <a:off x="2166619" y="3443084"/>
            <a:ext cx="2929257" cy="0"/>
          </a:xfrm>
          <a:prstGeom prst="line">
            <a:avLst/>
          </a:prstGeom>
          <a:ln w="107950">
            <a:solidFill>
              <a:srgbClr val="1FF0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D353E3-0FF1-A414-449D-84D3568DF3BE}"/>
              </a:ext>
            </a:extLst>
          </p:cNvPr>
          <p:cNvSpPr/>
          <p:nvPr/>
        </p:nvSpPr>
        <p:spPr>
          <a:xfrm>
            <a:off x="0" y="-10298"/>
            <a:ext cx="12192000" cy="6868298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5515205" y="3227913"/>
                </a:moveTo>
                <a:lnTo>
                  <a:pt x="5524349" y="3227913"/>
                </a:lnTo>
                <a:cubicBezTo>
                  <a:pt x="5545685" y="3227913"/>
                  <a:pt x="5565802" y="3230199"/>
                  <a:pt x="5584700" y="3234771"/>
                </a:cubicBezTo>
                <a:cubicBezTo>
                  <a:pt x="5603597" y="3239344"/>
                  <a:pt x="5619904" y="3247725"/>
                  <a:pt x="5633620" y="3259917"/>
                </a:cubicBezTo>
                <a:cubicBezTo>
                  <a:pt x="5647336" y="3272110"/>
                  <a:pt x="5658156" y="3289178"/>
                  <a:pt x="5666081" y="3311124"/>
                </a:cubicBezTo>
                <a:cubicBezTo>
                  <a:pt x="5674005" y="3333069"/>
                  <a:pt x="5677968" y="3361416"/>
                  <a:pt x="5677968" y="3396163"/>
                </a:cubicBezTo>
                <a:cubicBezTo>
                  <a:pt x="5677968" y="3430910"/>
                  <a:pt x="5674005" y="3459561"/>
                  <a:pt x="5666081" y="3482117"/>
                </a:cubicBezTo>
                <a:cubicBezTo>
                  <a:pt x="5658156" y="3504672"/>
                  <a:pt x="5647336" y="3522350"/>
                  <a:pt x="5633620" y="3535152"/>
                </a:cubicBezTo>
                <a:cubicBezTo>
                  <a:pt x="5619904" y="3547953"/>
                  <a:pt x="5603597" y="3556945"/>
                  <a:pt x="5584700" y="3562127"/>
                </a:cubicBezTo>
                <a:cubicBezTo>
                  <a:pt x="5565802" y="3567308"/>
                  <a:pt x="5545685" y="3569899"/>
                  <a:pt x="5524349" y="3569899"/>
                </a:cubicBezTo>
                <a:lnTo>
                  <a:pt x="5515205" y="3569899"/>
                </a:lnTo>
                <a:close/>
                <a:moveTo>
                  <a:pt x="2848205" y="3227913"/>
                </a:moveTo>
                <a:lnTo>
                  <a:pt x="2857349" y="3227913"/>
                </a:lnTo>
                <a:cubicBezTo>
                  <a:pt x="2878685" y="3227913"/>
                  <a:pt x="2898802" y="3230199"/>
                  <a:pt x="2917699" y="3234771"/>
                </a:cubicBezTo>
                <a:cubicBezTo>
                  <a:pt x="2936597" y="3239344"/>
                  <a:pt x="2952904" y="3247725"/>
                  <a:pt x="2966620" y="3259917"/>
                </a:cubicBezTo>
                <a:cubicBezTo>
                  <a:pt x="2980336" y="3272110"/>
                  <a:pt x="2991156" y="3289178"/>
                  <a:pt x="2999081" y="3311124"/>
                </a:cubicBezTo>
                <a:cubicBezTo>
                  <a:pt x="3007006" y="3333069"/>
                  <a:pt x="3010968" y="3361416"/>
                  <a:pt x="3010968" y="3396163"/>
                </a:cubicBezTo>
                <a:cubicBezTo>
                  <a:pt x="3010968" y="3430910"/>
                  <a:pt x="3007006" y="3459561"/>
                  <a:pt x="2999081" y="3482117"/>
                </a:cubicBezTo>
                <a:cubicBezTo>
                  <a:pt x="2991156" y="3504672"/>
                  <a:pt x="2980336" y="3522350"/>
                  <a:pt x="2966620" y="3535152"/>
                </a:cubicBezTo>
                <a:cubicBezTo>
                  <a:pt x="2952904" y="3547953"/>
                  <a:pt x="2936597" y="3556945"/>
                  <a:pt x="2917699" y="3562127"/>
                </a:cubicBezTo>
                <a:cubicBezTo>
                  <a:pt x="2898802" y="3567308"/>
                  <a:pt x="2878685" y="3569899"/>
                  <a:pt x="2857349" y="3569899"/>
                </a:cubicBezTo>
                <a:lnTo>
                  <a:pt x="2848205" y="3569899"/>
                </a:lnTo>
                <a:close/>
                <a:moveTo>
                  <a:pt x="1779424" y="3226085"/>
                </a:moveTo>
                <a:cubicBezTo>
                  <a:pt x="1815390" y="3226085"/>
                  <a:pt x="1843584" y="3240868"/>
                  <a:pt x="1864006" y="3270433"/>
                </a:cubicBezTo>
                <a:cubicBezTo>
                  <a:pt x="1884427" y="3299999"/>
                  <a:pt x="1894638" y="3341909"/>
                  <a:pt x="1894638" y="3396163"/>
                </a:cubicBezTo>
                <a:cubicBezTo>
                  <a:pt x="1894638" y="3450417"/>
                  <a:pt x="1884427" y="3493242"/>
                  <a:pt x="1864006" y="3524636"/>
                </a:cubicBezTo>
                <a:cubicBezTo>
                  <a:pt x="1843584" y="3556031"/>
                  <a:pt x="1815390" y="3571728"/>
                  <a:pt x="1779424" y="3571728"/>
                </a:cubicBezTo>
                <a:cubicBezTo>
                  <a:pt x="1743458" y="3571728"/>
                  <a:pt x="1715263" y="3556031"/>
                  <a:pt x="1694842" y="3524636"/>
                </a:cubicBezTo>
                <a:cubicBezTo>
                  <a:pt x="1674420" y="3493242"/>
                  <a:pt x="1664209" y="3450417"/>
                  <a:pt x="1664209" y="3396163"/>
                </a:cubicBezTo>
                <a:cubicBezTo>
                  <a:pt x="1664209" y="3341909"/>
                  <a:pt x="1674420" y="3299999"/>
                  <a:pt x="1694842" y="3270433"/>
                </a:cubicBezTo>
                <a:cubicBezTo>
                  <a:pt x="1715263" y="3240868"/>
                  <a:pt x="1743458" y="3226085"/>
                  <a:pt x="1779424" y="3226085"/>
                </a:cubicBezTo>
                <a:close/>
                <a:moveTo>
                  <a:pt x="1114655" y="3226085"/>
                </a:moveTo>
                <a:lnTo>
                  <a:pt x="1171348" y="3226085"/>
                </a:lnTo>
                <a:cubicBezTo>
                  <a:pt x="1202437" y="3226085"/>
                  <a:pt x="1226059" y="3230962"/>
                  <a:pt x="1242214" y="3240715"/>
                </a:cubicBezTo>
                <a:cubicBezTo>
                  <a:pt x="1258368" y="3250469"/>
                  <a:pt x="1266446" y="3268147"/>
                  <a:pt x="1266446" y="3293750"/>
                </a:cubicBezTo>
                <a:cubicBezTo>
                  <a:pt x="1266446" y="3346176"/>
                  <a:pt x="1234746" y="3372389"/>
                  <a:pt x="1171348" y="3372389"/>
                </a:cubicBezTo>
                <a:lnTo>
                  <a:pt x="1114655" y="3372389"/>
                </a:lnTo>
                <a:close/>
                <a:moveTo>
                  <a:pt x="9125484" y="3218769"/>
                </a:moveTo>
                <a:lnTo>
                  <a:pt x="9129142" y="3218769"/>
                </a:lnTo>
                <a:cubicBezTo>
                  <a:pt x="9136457" y="3248640"/>
                  <a:pt x="9143772" y="3280339"/>
                  <a:pt x="9151087" y="3313867"/>
                </a:cubicBezTo>
                <a:cubicBezTo>
                  <a:pt x="9158403" y="3347395"/>
                  <a:pt x="9165717" y="3378485"/>
                  <a:pt x="9173033" y="3407136"/>
                </a:cubicBezTo>
                <a:lnTo>
                  <a:pt x="9183091" y="3448284"/>
                </a:lnTo>
                <a:lnTo>
                  <a:pt x="9073363" y="3448284"/>
                </a:lnTo>
                <a:lnTo>
                  <a:pt x="9083421" y="3407136"/>
                </a:lnTo>
                <a:cubicBezTo>
                  <a:pt x="9090737" y="3378485"/>
                  <a:pt x="9097899" y="3347547"/>
                  <a:pt x="9104911" y="3314324"/>
                </a:cubicBezTo>
                <a:cubicBezTo>
                  <a:pt x="9111921" y="3281101"/>
                  <a:pt x="9118779" y="3249250"/>
                  <a:pt x="9125484" y="3218769"/>
                </a:cubicBezTo>
                <a:close/>
                <a:moveTo>
                  <a:pt x="7972959" y="3218769"/>
                </a:moveTo>
                <a:lnTo>
                  <a:pt x="7976617" y="3218769"/>
                </a:lnTo>
                <a:cubicBezTo>
                  <a:pt x="7983933" y="3248640"/>
                  <a:pt x="7991248" y="3280339"/>
                  <a:pt x="7998563" y="3313867"/>
                </a:cubicBezTo>
                <a:cubicBezTo>
                  <a:pt x="8005878" y="3347395"/>
                  <a:pt x="8013193" y="3378485"/>
                  <a:pt x="8020508" y="3407136"/>
                </a:cubicBezTo>
                <a:lnTo>
                  <a:pt x="8030567" y="3448284"/>
                </a:lnTo>
                <a:lnTo>
                  <a:pt x="7920839" y="3448284"/>
                </a:lnTo>
                <a:lnTo>
                  <a:pt x="7930897" y="3407136"/>
                </a:lnTo>
                <a:cubicBezTo>
                  <a:pt x="7938213" y="3378485"/>
                  <a:pt x="7945375" y="3347547"/>
                  <a:pt x="7952386" y="3314324"/>
                </a:cubicBezTo>
                <a:cubicBezTo>
                  <a:pt x="7959396" y="3281101"/>
                  <a:pt x="7966254" y="3249250"/>
                  <a:pt x="7972959" y="3218769"/>
                </a:cubicBezTo>
                <a:close/>
                <a:moveTo>
                  <a:pt x="3667660" y="3218769"/>
                </a:moveTo>
                <a:lnTo>
                  <a:pt x="3671318" y="3218769"/>
                </a:lnTo>
                <a:cubicBezTo>
                  <a:pt x="3678633" y="3248640"/>
                  <a:pt x="3685948" y="3280339"/>
                  <a:pt x="3693263" y="3313867"/>
                </a:cubicBezTo>
                <a:cubicBezTo>
                  <a:pt x="3700578" y="3347395"/>
                  <a:pt x="3707894" y="3378485"/>
                  <a:pt x="3715209" y="3407136"/>
                </a:cubicBezTo>
                <a:lnTo>
                  <a:pt x="3725267" y="3448284"/>
                </a:lnTo>
                <a:lnTo>
                  <a:pt x="3615539" y="3448284"/>
                </a:lnTo>
                <a:lnTo>
                  <a:pt x="3625598" y="3407136"/>
                </a:lnTo>
                <a:cubicBezTo>
                  <a:pt x="3632913" y="3378485"/>
                  <a:pt x="3640075" y="3347547"/>
                  <a:pt x="3647086" y="3314324"/>
                </a:cubicBezTo>
                <a:cubicBezTo>
                  <a:pt x="3654097" y="3281101"/>
                  <a:pt x="3660955" y="3249250"/>
                  <a:pt x="3667660" y="3218769"/>
                </a:cubicBezTo>
                <a:close/>
                <a:moveTo>
                  <a:pt x="2353210" y="3218769"/>
                </a:moveTo>
                <a:lnTo>
                  <a:pt x="2356867" y="3218769"/>
                </a:lnTo>
                <a:cubicBezTo>
                  <a:pt x="2364183" y="3248640"/>
                  <a:pt x="2371498" y="3280339"/>
                  <a:pt x="2378813" y="3313867"/>
                </a:cubicBezTo>
                <a:cubicBezTo>
                  <a:pt x="2386128" y="3347395"/>
                  <a:pt x="2393443" y="3378485"/>
                  <a:pt x="2400759" y="3407136"/>
                </a:cubicBezTo>
                <a:lnTo>
                  <a:pt x="2410817" y="3448284"/>
                </a:lnTo>
                <a:lnTo>
                  <a:pt x="2301089" y="3448284"/>
                </a:lnTo>
                <a:lnTo>
                  <a:pt x="2311147" y="3407136"/>
                </a:lnTo>
                <a:cubicBezTo>
                  <a:pt x="2318463" y="3378485"/>
                  <a:pt x="2325626" y="3347547"/>
                  <a:pt x="2332636" y="3314324"/>
                </a:cubicBezTo>
                <a:cubicBezTo>
                  <a:pt x="2339646" y="3281101"/>
                  <a:pt x="2346504" y="3249250"/>
                  <a:pt x="2353210" y="3218769"/>
                </a:cubicBezTo>
                <a:close/>
                <a:moveTo>
                  <a:pt x="10958627" y="3101726"/>
                </a:moveTo>
                <a:lnTo>
                  <a:pt x="10958627" y="3696086"/>
                </a:lnTo>
                <a:lnTo>
                  <a:pt x="11115904" y="3696086"/>
                </a:lnTo>
                <a:lnTo>
                  <a:pt x="11115904" y="3101726"/>
                </a:lnTo>
                <a:close/>
                <a:moveTo>
                  <a:pt x="9873997" y="3101726"/>
                </a:moveTo>
                <a:lnTo>
                  <a:pt x="10053219" y="3491261"/>
                </a:lnTo>
                <a:lnTo>
                  <a:pt x="10053219" y="3696086"/>
                </a:lnTo>
                <a:lnTo>
                  <a:pt x="10210496" y="3696086"/>
                </a:lnTo>
                <a:lnTo>
                  <a:pt x="10210496" y="3491261"/>
                </a:lnTo>
                <a:lnTo>
                  <a:pt x="10389718" y="3101726"/>
                </a:lnTo>
                <a:lnTo>
                  <a:pt x="10225126" y="3101726"/>
                </a:lnTo>
                <a:lnTo>
                  <a:pt x="10181235" y="3226085"/>
                </a:lnTo>
                <a:cubicBezTo>
                  <a:pt x="10173311" y="3248640"/>
                  <a:pt x="10165538" y="3270586"/>
                  <a:pt x="10157918" y="3291921"/>
                </a:cubicBezTo>
                <a:cubicBezTo>
                  <a:pt x="10150298" y="3313257"/>
                  <a:pt x="10142526" y="3335508"/>
                  <a:pt x="10134600" y="3358673"/>
                </a:cubicBezTo>
                <a:lnTo>
                  <a:pt x="10130943" y="3358673"/>
                </a:lnTo>
                <a:cubicBezTo>
                  <a:pt x="10123019" y="3335508"/>
                  <a:pt x="10115398" y="3313257"/>
                  <a:pt x="10108083" y="3291921"/>
                </a:cubicBezTo>
                <a:cubicBezTo>
                  <a:pt x="10100768" y="3270586"/>
                  <a:pt x="10093452" y="3248640"/>
                  <a:pt x="10086137" y="3226085"/>
                </a:cubicBezTo>
                <a:lnTo>
                  <a:pt x="10042246" y="3101726"/>
                </a:lnTo>
                <a:close/>
                <a:moveTo>
                  <a:pt x="9463202" y="3101726"/>
                </a:moveTo>
                <a:lnTo>
                  <a:pt x="9463202" y="3696086"/>
                </a:lnTo>
                <a:lnTo>
                  <a:pt x="9845422" y="3696086"/>
                </a:lnTo>
                <a:lnTo>
                  <a:pt x="9845422" y="3564413"/>
                </a:lnTo>
                <a:lnTo>
                  <a:pt x="9620479" y="3564413"/>
                </a:lnTo>
                <a:lnTo>
                  <a:pt x="9620479" y="3101726"/>
                </a:lnTo>
                <a:close/>
                <a:moveTo>
                  <a:pt x="9035873" y="3101726"/>
                </a:moveTo>
                <a:lnTo>
                  <a:pt x="8854821" y="3696086"/>
                </a:lnTo>
                <a:lnTo>
                  <a:pt x="9015756" y="3696086"/>
                </a:lnTo>
                <a:lnTo>
                  <a:pt x="9045017" y="3569899"/>
                </a:lnTo>
                <a:lnTo>
                  <a:pt x="9211438" y="3569899"/>
                </a:lnTo>
                <a:lnTo>
                  <a:pt x="9240699" y="3696086"/>
                </a:lnTo>
                <a:lnTo>
                  <a:pt x="9407119" y="3696086"/>
                </a:lnTo>
                <a:lnTo>
                  <a:pt x="9226068" y="3101726"/>
                </a:lnTo>
                <a:close/>
                <a:moveTo>
                  <a:pt x="8310678" y="3101726"/>
                </a:moveTo>
                <a:lnTo>
                  <a:pt x="8310678" y="3696086"/>
                </a:lnTo>
                <a:lnTo>
                  <a:pt x="8460639" y="3696086"/>
                </a:lnTo>
                <a:lnTo>
                  <a:pt x="8460639" y="3524179"/>
                </a:lnTo>
                <a:cubicBezTo>
                  <a:pt x="8460639" y="3487603"/>
                  <a:pt x="8458201" y="3449198"/>
                  <a:pt x="8453325" y="3408965"/>
                </a:cubicBezTo>
                <a:cubicBezTo>
                  <a:pt x="8448447" y="3368731"/>
                  <a:pt x="8444181" y="3331545"/>
                  <a:pt x="8440523" y="3297408"/>
                </a:cubicBezTo>
                <a:lnTo>
                  <a:pt x="8444181" y="3297408"/>
                </a:lnTo>
                <a:lnTo>
                  <a:pt x="8500873" y="3429996"/>
                </a:lnTo>
                <a:lnTo>
                  <a:pt x="8632547" y="3696086"/>
                </a:lnTo>
                <a:lnTo>
                  <a:pt x="8793481" y="3696086"/>
                </a:lnTo>
                <a:lnTo>
                  <a:pt x="8793481" y="3101726"/>
                </a:lnTo>
                <a:lnTo>
                  <a:pt x="8643519" y="3101726"/>
                </a:lnTo>
                <a:lnTo>
                  <a:pt x="8643519" y="3273633"/>
                </a:lnTo>
                <a:cubicBezTo>
                  <a:pt x="8643519" y="3291921"/>
                  <a:pt x="8644281" y="3310971"/>
                  <a:pt x="8645805" y="3330783"/>
                </a:cubicBezTo>
                <a:cubicBezTo>
                  <a:pt x="8647329" y="3350595"/>
                  <a:pt x="8649005" y="3370407"/>
                  <a:pt x="8650835" y="3390220"/>
                </a:cubicBezTo>
                <a:cubicBezTo>
                  <a:pt x="8652663" y="3410032"/>
                  <a:pt x="8654797" y="3429386"/>
                  <a:pt x="8657235" y="3448284"/>
                </a:cubicBezTo>
                <a:cubicBezTo>
                  <a:pt x="8659673" y="3467181"/>
                  <a:pt x="8661807" y="3484555"/>
                  <a:pt x="8663636" y="3500405"/>
                </a:cubicBezTo>
                <a:lnTo>
                  <a:pt x="8659979" y="3500405"/>
                </a:lnTo>
                <a:lnTo>
                  <a:pt x="8603285" y="3366902"/>
                </a:lnTo>
                <a:lnTo>
                  <a:pt x="8471613" y="3101726"/>
                </a:lnTo>
                <a:close/>
                <a:moveTo>
                  <a:pt x="7883349" y="3101726"/>
                </a:moveTo>
                <a:lnTo>
                  <a:pt x="7702297" y="3696086"/>
                </a:lnTo>
                <a:lnTo>
                  <a:pt x="7863232" y="3696086"/>
                </a:lnTo>
                <a:lnTo>
                  <a:pt x="7892492" y="3569899"/>
                </a:lnTo>
                <a:lnTo>
                  <a:pt x="8058913" y="3569899"/>
                </a:lnTo>
                <a:lnTo>
                  <a:pt x="8088174" y="3696086"/>
                </a:lnTo>
                <a:lnTo>
                  <a:pt x="8254594" y="3696086"/>
                </a:lnTo>
                <a:lnTo>
                  <a:pt x="8073543" y="3101726"/>
                </a:lnTo>
                <a:close/>
                <a:moveTo>
                  <a:pt x="7028537" y="3101726"/>
                </a:moveTo>
                <a:lnTo>
                  <a:pt x="7028537" y="3233400"/>
                </a:lnTo>
                <a:lnTo>
                  <a:pt x="7185813" y="3233400"/>
                </a:lnTo>
                <a:lnTo>
                  <a:pt x="7185813" y="3696086"/>
                </a:lnTo>
                <a:lnTo>
                  <a:pt x="7343090" y="3696086"/>
                </a:lnTo>
                <a:lnTo>
                  <a:pt x="7343090" y="3233400"/>
                </a:lnTo>
                <a:lnTo>
                  <a:pt x="7500367" y="3233400"/>
                </a:lnTo>
                <a:lnTo>
                  <a:pt x="7500367" y="3101726"/>
                </a:lnTo>
                <a:close/>
                <a:moveTo>
                  <a:pt x="6453303" y="3101726"/>
                </a:moveTo>
                <a:lnTo>
                  <a:pt x="6453303" y="3696086"/>
                </a:lnTo>
                <a:lnTo>
                  <a:pt x="6603264" y="3696086"/>
                </a:lnTo>
                <a:lnTo>
                  <a:pt x="6603264" y="3524179"/>
                </a:lnTo>
                <a:cubicBezTo>
                  <a:pt x="6603264" y="3487603"/>
                  <a:pt x="6600826" y="3449198"/>
                  <a:pt x="6595949" y="3408965"/>
                </a:cubicBezTo>
                <a:cubicBezTo>
                  <a:pt x="6591073" y="3368731"/>
                  <a:pt x="6586805" y="3331545"/>
                  <a:pt x="6583148" y="3297408"/>
                </a:cubicBezTo>
                <a:lnTo>
                  <a:pt x="6586805" y="3297408"/>
                </a:lnTo>
                <a:lnTo>
                  <a:pt x="6643498" y="3429996"/>
                </a:lnTo>
                <a:lnTo>
                  <a:pt x="6775171" y="3696086"/>
                </a:lnTo>
                <a:lnTo>
                  <a:pt x="6936106" y="3696086"/>
                </a:lnTo>
                <a:lnTo>
                  <a:pt x="6936106" y="3101726"/>
                </a:lnTo>
                <a:lnTo>
                  <a:pt x="6786144" y="3101726"/>
                </a:lnTo>
                <a:lnTo>
                  <a:pt x="6786144" y="3273633"/>
                </a:lnTo>
                <a:cubicBezTo>
                  <a:pt x="6786144" y="3291921"/>
                  <a:pt x="6786906" y="3310971"/>
                  <a:pt x="6788430" y="3330783"/>
                </a:cubicBezTo>
                <a:cubicBezTo>
                  <a:pt x="6789955" y="3350595"/>
                  <a:pt x="6791631" y="3370407"/>
                  <a:pt x="6793459" y="3390220"/>
                </a:cubicBezTo>
                <a:cubicBezTo>
                  <a:pt x="6795288" y="3410032"/>
                  <a:pt x="6797422" y="3429386"/>
                  <a:pt x="6799860" y="3448284"/>
                </a:cubicBezTo>
                <a:cubicBezTo>
                  <a:pt x="6802299" y="3467181"/>
                  <a:pt x="6804432" y="3484555"/>
                  <a:pt x="6806261" y="3500405"/>
                </a:cubicBezTo>
                <a:lnTo>
                  <a:pt x="6802603" y="3500405"/>
                </a:lnTo>
                <a:lnTo>
                  <a:pt x="6745910" y="3366902"/>
                </a:lnTo>
                <a:lnTo>
                  <a:pt x="6614237" y="3101726"/>
                </a:lnTo>
                <a:close/>
                <a:moveTo>
                  <a:pt x="5948478" y="3101726"/>
                </a:moveTo>
                <a:lnTo>
                  <a:pt x="5948478" y="3696086"/>
                </a:lnTo>
                <a:lnTo>
                  <a:pt x="6341670" y="3696086"/>
                </a:lnTo>
                <a:lnTo>
                  <a:pt x="6341670" y="3564413"/>
                </a:lnTo>
                <a:lnTo>
                  <a:pt x="6105755" y="3564413"/>
                </a:lnTo>
                <a:lnTo>
                  <a:pt x="6105755" y="3458342"/>
                </a:lnTo>
                <a:lnTo>
                  <a:pt x="6299607" y="3458342"/>
                </a:lnTo>
                <a:lnTo>
                  <a:pt x="6299607" y="3326669"/>
                </a:lnTo>
                <a:lnTo>
                  <a:pt x="6105755" y="3326669"/>
                </a:lnTo>
                <a:lnTo>
                  <a:pt x="6105755" y="3233400"/>
                </a:lnTo>
                <a:lnTo>
                  <a:pt x="6332526" y="3233400"/>
                </a:lnTo>
                <a:lnTo>
                  <a:pt x="6332526" y="3101726"/>
                </a:lnTo>
                <a:close/>
                <a:moveTo>
                  <a:pt x="5357928" y="3101726"/>
                </a:moveTo>
                <a:lnTo>
                  <a:pt x="5357928" y="3696086"/>
                </a:lnTo>
                <a:lnTo>
                  <a:pt x="5542637" y="3696086"/>
                </a:lnTo>
                <a:cubicBezTo>
                  <a:pt x="5585309" y="3696086"/>
                  <a:pt x="5624781" y="3690295"/>
                  <a:pt x="5661052" y="3678713"/>
                </a:cubicBezTo>
                <a:cubicBezTo>
                  <a:pt x="5697323" y="3667130"/>
                  <a:pt x="5728717" y="3649147"/>
                  <a:pt x="5755235" y="3624763"/>
                </a:cubicBezTo>
                <a:cubicBezTo>
                  <a:pt x="5781752" y="3600379"/>
                  <a:pt x="5802326" y="3569289"/>
                  <a:pt x="5816957" y="3531494"/>
                </a:cubicBezTo>
                <a:cubicBezTo>
                  <a:pt x="5831588" y="3493699"/>
                  <a:pt x="5838902" y="3448589"/>
                  <a:pt x="5838902" y="3396163"/>
                </a:cubicBezTo>
                <a:cubicBezTo>
                  <a:pt x="5838902" y="3343738"/>
                  <a:pt x="5831435" y="3298932"/>
                  <a:pt x="5816500" y="3261746"/>
                </a:cubicBezTo>
                <a:cubicBezTo>
                  <a:pt x="5801564" y="3224561"/>
                  <a:pt x="5780686" y="3194081"/>
                  <a:pt x="5753864" y="3170306"/>
                </a:cubicBezTo>
                <a:cubicBezTo>
                  <a:pt x="5727041" y="3146532"/>
                  <a:pt x="5694884" y="3129158"/>
                  <a:pt x="5657394" y="3118186"/>
                </a:cubicBezTo>
                <a:cubicBezTo>
                  <a:pt x="5619904" y="3107213"/>
                  <a:pt x="5578604" y="3101726"/>
                  <a:pt x="5533493" y="3101726"/>
                </a:cubicBezTo>
                <a:close/>
                <a:moveTo>
                  <a:pt x="5072178" y="3101726"/>
                </a:moveTo>
                <a:lnTo>
                  <a:pt x="5072178" y="3696086"/>
                </a:lnTo>
                <a:lnTo>
                  <a:pt x="5229455" y="3696086"/>
                </a:lnTo>
                <a:lnTo>
                  <a:pt x="5229455" y="3101726"/>
                </a:lnTo>
                <a:close/>
                <a:moveTo>
                  <a:pt x="3578049" y="3101726"/>
                </a:moveTo>
                <a:lnTo>
                  <a:pt x="3396998" y="3696086"/>
                </a:lnTo>
                <a:lnTo>
                  <a:pt x="3557932" y="3696086"/>
                </a:lnTo>
                <a:lnTo>
                  <a:pt x="3587193" y="3569899"/>
                </a:lnTo>
                <a:lnTo>
                  <a:pt x="3753614" y="3569899"/>
                </a:lnTo>
                <a:lnTo>
                  <a:pt x="3782874" y="3696086"/>
                </a:lnTo>
                <a:lnTo>
                  <a:pt x="3949295" y="3696086"/>
                </a:lnTo>
                <a:lnTo>
                  <a:pt x="3768243" y="3101726"/>
                </a:lnTo>
                <a:close/>
                <a:moveTo>
                  <a:pt x="2690928" y="3101726"/>
                </a:moveTo>
                <a:lnTo>
                  <a:pt x="2690928" y="3696086"/>
                </a:lnTo>
                <a:lnTo>
                  <a:pt x="2875637" y="3696086"/>
                </a:lnTo>
                <a:cubicBezTo>
                  <a:pt x="2918309" y="3696086"/>
                  <a:pt x="2957781" y="3690295"/>
                  <a:pt x="2994052" y="3678713"/>
                </a:cubicBezTo>
                <a:cubicBezTo>
                  <a:pt x="3030323" y="3667130"/>
                  <a:pt x="3061718" y="3649147"/>
                  <a:pt x="3088235" y="3624763"/>
                </a:cubicBezTo>
                <a:cubicBezTo>
                  <a:pt x="3114753" y="3600379"/>
                  <a:pt x="3135327" y="3569289"/>
                  <a:pt x="3149957" y="3531494"/>
                </a:cubicBezTo>
                <a:cubicBezTo>
                  <a:pt x="3164588" y="3493699"/>
                  <a:pt x="3171903" y="3448589"/>
                  <a:pt x="3171903" y="3396163"/>
                </a:cubicBezTo>
                <a:cubicBezTo>
                  <a:pt x="3171903" y="3343738"/>
                  <a:pt x="3164435" y="3298932"/>
                  <a:pt x="3149500" y="3261746"/>
                </a:cubicBezTo>
                <a:cubicBezTo>
                  <a:pt x="3134565" y="3224561"/>
                  <a:pt x="3113686" y="3194081"/>
                  <a:pt x="3086864" y="3170306"/>
                </a:cubicBezTo>
                <a:cubicBezTo>
                  <a:pt x="3060041" y="3146532"/>
                  <a:pt x="3027885" y="3129158"/>
                  <a:pt x="2990394" y="3118186"/>
                </a:cubicBezTo>
                <a:cubicBezTo>
                  <a:pt x="2952904" y="3107213"/>
                  <a:pt x="2911604" y="3101726"/>
                  <a:pt x="2866493" y="3101726"/>
                </a:cubicBezTo>
                <a:close/>
                <a:moveTo>
                  <a:pt x="2263599" y="3101726"/>
                </a:moveTo>
                <a:lnTo>
                  <a:pt x="2082547" y="3696086"/>
                </a:lnTo>
                <a:lnTo>
                  <a:pt x="2243482" y="3696086"/>
                </a:lnTo>
                <a:lnTo>
                  <a:pt x="2272743" y="3569899"/>
                </a:lnTo>
                <a:lnTo>
                  <a:pt x="2439163" y="3569899"/>
                </a:lnTo>
                <a:lnTo>
                  <a:pt x="2468424" y="3696086"/>
                </a:lnTo>
                <a:lnTo>
                  <a:pt x="2634845" y="3696086"/>
                </a:lnTo>
                <a:lnTo>
                  <a:pt x="2453794" y="3101726"/>
                </a:lnTo>
                <a:close/>
                <a:moveTo>
                  <a:pt x="957378" y="3101726"/>
                </a:moveTo>
                <a:lnTo>
                  <a:pt x="957378" y="3696086"/>
                </a:lnTo>
                <a:lnTo>
                  <a:pt x="1114655" y="3696086"/>
                </a:lnTo>
                <a:lnTo>
                  <a:pt x="1114655" y="3496747"/>
                </a:lnTo>
                <a:lnTo>
                  <a:pt x="1175005" y="3496747"/>
                </a:lnTo>
                <a:lnTo>
                  <a:pt x="1277418" y="3696086"/>
                </a:lnTo>
                <a:lnTo>
                  <a:pt x="1452983" y="3696086"/>
                </a:lnTo>
                <a:lnTo>
                  <a:pt x="1324053" y="3465657"/>
                </a:lnTo>
                <a:cubicBezTo>
                  <a:pt x="1353313" y="3449808"/>
                  <a:pt x="1376631" y="3427862"/>
                  <a:pt x="1394004" y="3399821"/>
                </a:cubicBezTo>
                <a:cubicBezTo>
                  <a:pt x="1411378" y="3371779"/>
                  <a:pt x="1420064" y="3336422"/>
                  <a:pt x="1420064" y="3293750"/>
                </a:cubicBezTo>
                <a:cubicBezTo>
                  <a:pt x="1420064" y="3256565"/>
                  <a:pt x="1413664" y="3225628"/>
                  <a:pt x="1400862" y="3200939"/>
                </a:cubicBezTo>
                <a:cubicBezTo>
                  <a:pt x="1388061" y="3176250"/>
                  <a:pt x="1370839" y="3156590"/>
                  <a:pt x="1349199" y="3141960"/>
                </a:cubicBezTo>
                <a:cubicBezTo>
                  <a:pt x="1327558" y="3127329"/>
                  <a:pt x="1302259" y="3116966"/>
                  <a:pt x="1273303" y="3110870"/>
                </a:cubicBezTo>
                <a:cubicBezTo>
                  <a:pt x="1244347" y="3104774"/>
                  <a:pt x="1214020" y="3101726"/>
                  <a:pt x="1182321" y="3101726"/>
                </a:cubicBezTo>
                <a:close/>
                <a:moveTo>
                  <a:pt x="11451032" y="3090753"/>
                </a:moveTo>
                <a:cubicBezTo>
                  <a:pt x="11418724" y="3090753"/>
                  <a:pt x="11389006" y="3095630"/>
                  <a:pt x="11361878" y="3105384"/>
                </a:cubicBezTo>
                <a:cubicBezTo>
                  <a:pt x="11334751" y="3115137"/>
                  <a:pt x="11311434" y="3128396"/>
                  <a:pt x="11291927" y="3145160"/>
                </a:cubicBezTo>
                <a:cubicBezTo>
                  <a:pt x="11272420" y="3161924"/>
                  <a:pt x="11257179" y="3181431"/>
                  <a:pt x="11246206" y="3203682"/>
                </a:cubicBezTo>
                <a:cubicBezTo>
                  <a:pt x="11235234" y="3225932"/>
                  <a:pt x="11229747" y="3249859"/>
                  <a:pt x="11229747" y="3275462"/>
                </a:cubicBezTo>
                <a:cubicBezTo>
                  <a:pt x="11229747" y="3296798"/>
                  <a:pt x="11232948" y="3316305"/>
                  <a:pt x="11239349" y="3333984"/>
                </a:cubicBezTo>
                <a:cubicBezTo>
                  <a:pt x="11245749" y="3351662"/>
                  <a:pt x="11254436" y="3367359"/>
                  <a:pt x="11265409" y="3381075"/>
                </a:cubicBezTo>
                <a:cubicBezTo>
                  <a:pt x="11276381" y="3394792"/>
                  <a:pt x="11289183" y="3406679"/>
                  <a:pt x="11303813" y="3416737"/>
                </a:cubicBezTo>
                <a:cubicBezTo>
                  <a:pt x="11318444" y="3426795"/>
                  <a:pt x="11333685" y="3434873"/>
                  <a:pt x="11349534" y="3440969"/>
                </a:cubicBezTo>
                <a:lnTo>
                  <a:pt x="11423600" y="3472058"/>
                </a:lnTo>
                <a:cubicBezTo>
                  <a:pt x="11436402" y="3476935"/>
                  <a:pt x="11447679" y="3481355"/>
                  <a:pt x="11457433" y="3485317"/>
                </a:cubicBezTo>
                <a:cubicBezTo>
                  <a:pt x="11467187" y="3489279"/>
                  <a:pt x="11475568" y="3493394"/>
                  <a:pt x="11482579" y="3497661"/>
                </a:cubicBezTo>
                <a:cubicBezTo>
                  <a:pt x="11489589" y="3501929"/>
                  <a:pt x="11494923" y="3506501"/>
                  <a:pt x="11498581" y="3511377"/>
                </a:cubicBezTo>
                <a:cubicBezTo>
                  <a:pt x="11502238" y="3516254"/>
                  <a:pt x="11504067" y="3522350"/>
                  <a:pt x="11504067" y="3529665"/>
                </a:cubicBezTo>
                <a:cubicBezTo>
                  <a:pt x="11504067" y="3543077"/>
                  <a:pt x="11498734" y="3553440"/>
                  <a:pt x="11488065" y="3560755"/>
                </a:cubicBezTo>
                <a:cubicBezTo>
                  <a:pt x="11477397" y="3568070"/>
                  <a:pt x="11460176" y="3571728"/>
                  <a:pt x="11436402" y="3571728"/>
                </a:cubicBezTo>
                <a:cubicBezTo>
                  <a:pt x="11414455" y="3571728"/>
                  <a:pt x="11391138" y="3566394"/>
                  <a:pt x="11366450" y="3555726"/>
                </a:cubicBezTo>
                <a:cubicBezTo>
                  <a:pt x="11341761" y="3545058"/>
                  <a:pt x="11318748" y="3531189"/>
                  <a:pt x="11297413" y="3514121"/>
                </a:cubicBezTo>
                <a:lnTo>
                  <a:pt x="11207802" y="3622020"/>
                </a:lnTo>
                <a:cubicBezTo>
                  <a:pt x="11240110" y="3651281"/>
                  <a:pt x="11276229" y="3672769"/>
                  <a:pt x="11316158" y="3686485"/>
                </a:cubicBezTo>
                <a:cubicBezTo>
                  <a:pt x="11356087" y="3700201"/>
                  <a:pt x="11394948" y="3707059"/>
                  <a:pt x="11432744" y="3707059"/>
                </a:cubicBezTo>
                <a:cubicBezTo>
                  <a:pt x="11469930" y="3707059"/>
                  <a:pt x="11502848" y="3701877"/>
                  <a:pt x="11531499" y="3691514"/>
                </a:cubicBezTo>
                <a:cubicBezTo>
                  <a:pt x="11560150" y="3681151"/>
                  <a:pt x="11584381" y="3667283"/>
                  <a:pt x="11604194" y="3649909"/>
                </a:cubicBezTo>
                <a:cubicBezTo>
                  <a:pt x="11624007" y="3632535"/>
                  <a:pt x="11639094" y="3612266"/>
                  <a:pt x="11649456" y="3589101"/>
                </a:cubicBezTo>
                <a:cubicBezTo>
                  <a:pt x="11659820" y="3565937"/>
                  <a:pt x="11665002" y="3541857"/>
                  <a:pt x="11665002" y="3516864"/>
                </a:cubicBezTo>
                <a:cubicBezTo>
                  <a:pt x="11665002" y="3475411"/>
                  <a:pt x="11654943" y="3441578"/>
                  <a:pt x="11634827" y="3415365"/>
                </a:cubicBezTo>
                <a:cubicBezTo>
                  <a:pt x="11614709" y="3389153"/>
                  <a:pt x="11586059" y="3368731"/>
                  <a:pt x="11548873" y="3354101"/>
                </a:cubicBezTo>
                <a:lnTo>
                  <a:pt x="11476635" y="3325754"/>
                </a:lnTo>
                <a:cubicBezTo>
                  <a:pt x="11449203" y="3315391"/>
                  <a:pt x="11427715" y="3306399"/>
                  <a:pt x="11412170" y="3298780"/>
                </a:cubicBezTo>
                <a:cubicBezTo>
                  <a:pt x="11396625" y="3291159"/>
                  <a:pt x="11388852" y="3280339"/>
                  <a:pt x="11388852" y="3266318"/>
                </a:cubicBezTo>
                <a:cubicBezTo>
                  <a:pt x="11388852" y="3252907"/>
                  <a:pt x="11394339" y="3242849"/>
                  <a:pt x="11405312" y="3236143"/>
                </a:cubicBezTo>
                <a:cubicBezTo>
                  <a:pt x="11416284" y="3229437"/>
                  <a:pt x="11431525" y="3226085"/>
                  <a:pt x="11451032" y="3226085"/>
                </a:cubicBezTo>
                <a:cubicBezTo>
                  <a:pt x="11472977" y="3226085"/>
                  <a:pt x="11493247" y="3229742"/>
                  <a:pt x="11511839" y="3237057"/>
                </a:cubicBezTo>
                <a:cubicBezTo>
                  <a:pt x="11530432" y="3244373"/>
                  <a:pt x="11549787" y="3255041"/>
                  <a:pt x="11569904" y="3269062"/>
                </a:cubicBezTo>
                <a:lnTo>
                  <a:pt x="11648542" y="3170306"/>
                </a:lnTo>
                <a:cubicBezTo>
                  <a:pt x="11621110" y="3142874"/>
                  <a:pt x="11589868" y="3122757"/>
                  <a:pt x="11554817" y="3109956"/>
                </a:cubicBezTo>
                <a:cubicBezTo>
                  <a:pt x="11519764" y="3097154"/>
                  <a:pt x="11485170" y="3090753"/>
                  <a:pt x="11451032" y="3090753"/>
                </a:cubicBezTo>
                <a:close/>
                <a:moveTo>
                  <a:pt x="10650932" y="3090753"/>
                </a:moveTo>
                <a:cubicBezTo>
                  <a:pt x="10618624" y="3090753"/>
                  <a:pt x="10588906" y="3095630"/>
                  <a:pt x="10561778" y="3105384"/>
                </a:cubicBezTo>
                <a:cubicBezTo>
                  <a:pt x="10534650" y="3115137"/>
                  <a:pt x="10511333" y="3128396"/>
                  <a:pt x="10491826" y="3145160"/>
                </a:cubicBezTo>
                <a:cubicBezTo>
                  <a:pt x="10472319" y="3161924"/>
                  <a:pt x="10457079" y="3181431"/>
                  <a:pt x="10446106" y="3203682"/>
                </a:cubicBezTo>
                <a:cubicBezTo>
                  <a:pt x="10435134" y="3225932"/>
                  <a:pt x="10429647" y="3249859"/>
                  <a:pt x="10429647" y="3275462"/>
                </a:cubicBezTo>
                <a:cubicBezTo>
                  <a:pt x="10429647" y="3296798"/>
                  <a:pt x="10432847" y="3316305"/>
                  <a:pt x="10439248" y="3333984"/>
                </a:cubicBezTo>
                <a:cubicBezTo>
                  <a:pt x="10445649" y="3351662"/>
                  <a:pt x="10454336" y="3367359"/>
                  <a:pt x="10465309" y="3381075"/>
                </a:cubicBezTo>
                <a:cubicBezTo>
                  <a:pt x="10476281" y="3394792"/>
                  <a:pt x="10489083" y="3406679"/>
                  <a:pt x="10503713" y="3416737"/>
                </a:cubicBezTo>
                <a:cubicBezTo>
                  <a:pt x="10518344" y="3426795"/>
                  <a:pt x="10533584" y="3434873"/>
                  <a:pt x="10549434" y="3440969"/>
                </a:cubicBezTo>
                <a:lnTo>
                  <a:pt x="10623500" y="3472058"/>
                </a:lnTo>
                <a:cubicBezTo>
                  <a:pt x="10636302" y="3476935"/>
                  <a:pt x="10647579" y="3481355"/>
                  <a:pt x="10657333" y="3485317"/>
                </a:cubicBezTo>
                <a:cubicBezTo>
                  <a:pt x="10667087" y="3489279"/>
                  <a:pt x="10675468" y="3493394"/>
                  <a:pt x="10682479" y="3497661"/>
                </a:cubicBezTo>
                <a:cubicBezTo>
                  <a:pt x="10689489" y="3501929"/>
                  <a:pt x="10694823" y="3506501"/>
                  <a:pt x="10698481" y="3511377"/>
                </a:cubicBezTo>
                <a:cubicBezTo>
                  <a:pt x="10702138" y="3516254"/>
                  <a:pt x="10703967" y="3522350"/>
                  <a:pt x="10703967" y="3529665"/>
                </a:cubicBezTo>
                <a:cubicBezTo>
                  <a:pt x="10703967" y="3543077"/>
                  <a:pt x="10698634" y="3553440"/>
                  <a:pt x="10687965" y="3560755"/>
                </a:cubicBezTo>
                <a:cubicBezTo>
                  <a:pt x="10677297" y="3568070"/>
                  <a:pt x="10660076" y="3571728"/>
                  <a:pt x="10636302" y="3571728"/>
                </a:cubicBezTo>
                <a:cubicBezTo>
                  <a:pt x="10614357" y="3571728"/>
                  <a:pt x="10591039" y="3566394"/>
                  <a:pt x="10566350" y="3555726"/>
                </a:cubicBezTo>
                <a:cubicBezTo>
                  <a:pt x="10541661" y="3545058"/>
                  <a:pt x="10518648" y="3531189"/>
                  <a:pt x="10497313" y="3514121"/>
                </a:cubicBezTo>
                <a:lnTo>
                  <a:pt x="10407702" y="3622020"/>
                </a:lnTo>
                <a:cubicBezTo>
                  <a:pt x="10440010" y="3651281"/>
                  <a:pt x="10476129" y="3672769"/>
                  <a:pt x="10516058" y="3686485"/>
                </a:cubicBezTo>
                <a:cubicBezTo>
                  <a:pt x="10555987" y="3700201"/>
                  <a:pt x="10594850" y="3707059"/>
                  <a:pt x="10632644" y="3707059"/>
                </a:cubicBezTo>
                <a:cubicBezTo>
                  <a:pt x="10669830" y="3707059"/>
                  <a:pt x="10702748" y="3701877"/>
                  <a:pt x="10731399" y="3691514"/>
                </a:cubicBezTo>
                <a:cubicBezTo>
                  <a:pt x="10760050" y="3681151"/>
                  <a:pt x="10784281" y="3667283"/>
                  <a:pt x="10804094" y="3649909"/>
                </a:cubicBezTo>
                <a:cubicBezTo>
                  <a:pt x="10823907" y="3632535"/>
                  <a:pt x="10838994" y="3612266"/>
                  <a:pt x="10849356" y="3589101"/>
                </a:cubicBezTo>
                <a:cubicBezTo>
                  <a:pt x="10859720" y="3565937"/>
                  <a:pt x="10864902" y="3541857"/>
                  <a:pt x="10864902" y="3516864"/>
                </a:cubicBezTo>
                <a:cubicBezTo>
                  <a:pt x="10864902" y="3475411"/>
                  <a:pt x="10854843" y="3441578"/>
                  <a:pt x="10834727" y="3415365"/>
                </a:cubicBezTo>
                <a:cubicBezTo>
                  <a:pt x="10814609" y="3389153"/>
                  <a:pt x="10785959" y="3368731"/>
                  <a:pt x="10748773" y="3354101"/>
                </a:cubicBezTo>
                <a:lnTo>
                  <a:pt x="10676535" y="3325754"/>
                </a:lnTo>
                <a:cubicBezTo>
                  <a:pt x="10649103" y="3315391"/>
                  <a:pt x="10627615" y="3306399"/>
                  <a:pt x="10612071" y="3298780"/>
                </a:cubicBezTo>
                <a:cubicBezTo>
                  <a:pt x="10596525" y="3291159"/>
                  <a:pt x="10588754" y="3280339"/>
                  <a:pt x="10588754" y="3266318"/>
                </a:cubicBezTo>
                <a:cubicBezTo>
                  <a:pt x="10588754" y="3252907"/>
                  <a:pt x="10594239" y="3242849"/>
                  <a:pt x="10605212" y="3236143"/>
                </a:cubicBezTo>
                <a:cubicBezTo>
                  <a:pt x="10616186" y="3229437"/>
                  <a:pt x="10631425" y="3226085"/>
                  <a:pt x="10650932" y="3226085"/>
                </a:cubicBezTo>
                <a:cubicBezTo>
                  <a:pt x="10672877" y="3226085"/>
                  <a:pt x="10693147" y="3229742"/>
                  <a:pt x="10711739" y="3237057"/>
                </a:cubicBezTo>
                <a:cubicBezTo>
                  <a:pt x="10730332" y="3244373"/>
                  <a:pt x="10749687" y="3255041"/>
                  <a:pt x="10769804" y="3269062"/>
                </a:cubicBezTo>
                <a:lnTo>
                  <a:pt x="10848442" y="3170306"/>
                </a:lnTo>
                <a:cubicBezTo>
                  <a:pt x="10821010" y="3142874"/>
                  <a:pt x="10789768" y="3122757"/>
                  <a:pt x="10754717" y="3109956"/>
                </a:cubicBezTo>
                <a:cubicBezTo>
                  <a:pt x="10719664" y="3097154"/>
                  <a:pt x="10685070" y="3090753"/>
                  <a:pt x="10650932" y="3090753"/>
                </a:cubicBezTo>
                <a:close/>
                <a:moveTo>
                  <a:pt x="4800296" y="3090753"/>
                </a:moveTo>
                <a:cubicBezTo>
                  <a:pt x="4762502" y="3090753"/>
                  <a:pt x="4726383" y="3097764"/>
                  <a:pt x="4691940" y="3111785"/>
                </a:cubicBezTo>
                <a:cubicBezTo>
                  <a:pt x="4657498" y="3125805"/>
                  <a:pt x="4627018" y="3146075"/>
                  <a:pt x="4600500" y="3172592"/>
                </a:cubicBezTo>
                <a:cubicBezTo>
                  <a:pt x="4573983" y="3199110"/>
                  <a:pt x="4552799" y="3231723"/>
                  <a:pt x="4536949" y="3270433"/>
                </a:cubicBezTo>
                <a:cubicBezTo>
                  <a:pt x="4521100" y="3309143"/>
                  <a:pt x="4513175" y="3353491"/>
                  <a:pt x="4513175" y="3403478"/>
                </a:cubicBezTo>
                <a:cubicBezTo>
                  <a:pt x="4513175" y="3454075"/>
                  <a:pt x="4520795" y="3498423"/>
                  <a:pt x="4536035" y="3536523"/>
                </a:cubicBezTo>
                <a:cubicBezTo>
                  <a:pt x="4551275" y="3574623"/>
                  <a:pt x="4571849" y="3606323"/>
                  <a:pt x="4597757" y="3631621"/>
                </a:cubicBezTo>
                <a:cubicBezTo>
                  <a:pt x="4623665" y="3656919"/>
                  <a:pt x="4653840" y="3675817"/>
                  <a:pt x="4688282" y="3688314"/>
                </a:cubicBezTo>
                <a:cubicBezTo>
                  <a:pt x="4722726" y="3700811"/>
                  <a:pt x="4758844" y="3707059"/>
                  <a:pt x="4796639" y="3707059"/>
                </a:cubicBezTo>
                <a:cubicBezTo>
                  <a:pt x="4835044" y="3707059"/>
                  <a:pt x="4870858" y="3699744"/>
                  <a:pt x="4904081" y="3685113"/>
                </a:cubicBezTo>
                <a:cubicBezTo>
                  <a:pt x="4937304" y="3670483"/>
                  <a:pt x="4966717" y="3648537"/>
                  <a:pt x="4992320" y="3619277"/>
                </a:cubicBezTo>
                <a:lnTo>
                  <a:pt x="4910024" y="3520521"/>
                </a:lnTo>
                <a:cubicBezTo>
                  <a:pt x="4897223" y="3534542"/>
                  <a:pt x="4881831" y="3546582"/>
                  <a:pt x="4863847" y="3556640"/>
                </a:cubicBezTo>
                <a:cubicBezTo>
                  <a:pt x="4845864" y="3566699"/>
                  <a:pt x="4825290" y="3571728"/>
                  <a:pt x="4802125" y="3571728"/>
                </a:cubicBezTo>
                <a:cubicBezTo>
                  <a:pt x="4763721" y="3571728"/>
                  <a:pt x="4732784" y="3556793"/>
                  <a:pt x="4709314" y="3526922"/>
                </a:cubicBezTo>
                <a:cubicBezTo>
                  <a:pt x="4685844" y="3497052"/>
                  <a:pt x="4674109" y="3454075"/>
                  <a:pt x="4674109" y="3397992"/>
                </a:cubicBezTo>
                <a:cubicBezTo>
                  <a:pt x="4674109" y="3371169"/>
                  <a:pt x="4677614" y="3347090"/>
                  <a:pt x="4684625" y="3325754"/>
                </a:cubicBezTo>
                <a:cubicBezTo>
                  <a:pt x="4691636" y="3304418"/>
                  <a:pt x="4701084" y="3286435"/>
                  <a:pt x="4712971" y="3271805"/>
                </a:cubicBezTo>
                <a:cubicBezTo>
                  <a:pt x="4724858" y="3257174"/>
                  <a:pt x="4738574" y="3245897"/>
                  <a:pt x="4754119" y="3237972"/>
                </a:cubicBezTo>
                <a:cubicBezTo>
                  <a:pt x="4769665" y="3230047"/>
                  <a:pt x="4786277" y="3226085"/>
                  <a:pt x="4803954" y="3226085"/>
                </a:cubicBezTo>
                <a:cubicBezTo>
                  <a:pt x="4824071" y="3226085"/>
                  <a:pt x="4841902" y="3230199"/>
                  <a:pt x="4857446" y="3238429"/>
                </a:cubicBezTo>
                <a:cubicBezTo>
                  <a:pt x="4872991" y="3246659"/>
                  <a:pt x="4888080" y="3257174"/>
                  <a:pt x="4902709" y="3269976"/>
                </a:cubicBezTo>
                <a:lnTo>
                  <a:pt x="4985005" y="3169392"/>
                </a:lnTo>
                <a:cubicBezTo>
                  <a:pt x="4963669" y="3148056"/>
                  <a:pt x="4937456" y="3129616"/>
                  <a:pt x="4906367" y="3114071"/>
                </a:cubicBezTo>
                <a:cubicBezTo>
                  <a:pt x="4875277" y="3098526"/>
                  <a:pt x="4839921" y="3090753"/>
                  <a:pt x="4800296" y="3090753"/>
                </a:cubicBezTo>
                <a:close/>
                <a:moveTo>
                  <a:pt x="4266897" y="3090753"/>
                </a:moveTo>
                <a:cubicBezTo>
                  <a:pt x="4229101" y="3090753"/>
                  <a:pt x="4192983" y="3097764"/>
                  <a:pt x="4158541" y="3111785"/>
                </a:cubicBezTo>
                <a:cubicBezTo>
                  <a:pt x="4124098" y="3125805"/>
                  <a:pt x="4093618" y="3146075"/>
                  <a:pt x="4067100" y="3172592"/>
                </a:cubicBezTo>
                <a:cubicBezTo>
                  <a:pt x="4040583" y="3199110"/>
                  <a:pt x="4019399" y="3231723"/>
                  <a:pt x="4003550" y="3270433"/>
                </a:cubicBezTo>
                <a:cubicBezTo>
                  <a:pt x="3987700" y="3309143"/>
                  <a:pt x="3979775" y="3353491"/>
                  <a:pt x="3979775" y="3403478"/>
                </a:cubicBezTo>
                <a:cubicBezTo>
                  <a:pt x="3979775" y="3454075"/>
                  <a:pt x="3987395" y="3498423"/>
                  <a:pt x="4002635" y="3536523"/>
                </a:cubicBezTo>
                <a:cubicBezTo>
                  <a:pt x="4017875" y="3574623"/>
                  <a:pt x="4038449" y="3606323"/>
                  <a:pt x="4064357" y="3631621"/>
                </a:cubicBezTo>
                <a:cubicBezTo>
                  <a:pt x="4090265" y="3656919"/>
                  <a:pt x="4120440" y="3675817"/>
                  <a:pt x="4154883" y="3688314"/>
                </a:cubicBezTo>
                <a:cubicBezTo>
                  <a:pt x="4189325" y="3700811"/>
                  <a:pt x="4225443" y="3707059"/>
                  <a:pt x="4263239" y="3707059"/>
                </a:cubicBezTo>
                <a:cubicBezTo>
                  <a:pt x="4301643" y="3707059"/>
                  <a:pt x="4337458" y="3699744"/>
                  <a:pt x="4370681" y="3685113"/>
                </a:cubicBezTo>
                <a:cubicBezTo>
                  <a:pt x="4403904" y="3670483"/>
                  <a:pt x="4433317" y="3648537"/>
                  <a:pt x="4458920" y="3619277"/>
                </a:cubicBezTo>
                <a:lnTo>
                  <a:pt x="4376625" y="3520521"/>
                </a:lnTo>
                <a:cubicBezTo>
                  <a:pt x="4363823" y="3534542"/>
                  <a:pt x="4348432" y="3546582"/>
                  <a:pt x="4330447" y="3556640"/>
                </a:cubicBezTo>
                <a:cubicBezTo>
                  <a:pt x="4312464" y="3566699"/>
                  <a:pt x="4291890" y="3571728"/>
                  <a:pt x="4268725" y="3571728"/>
                </a:cubicBezTo>
                <a:cubicBezTo>
                  <a:pt x="4230321" y="3571728"/>
                  <a:pt x="4199383" y="3556793"/>
                  <a:pt x="4175914" y="3526922"/>
                </a:cubicBezTo>
                <a:cubicBezTo>
                  <a:pt x="4152445" y="3497052"/>
                  <a:pt x="4140709" y="3454075"/>
                  <a:pt x="4140709" y="3397992"/>
                </a:cubicBezTo>
                <a:cubicBezTo>
                  <a:pt x="4140709" y="3371169"/>
                  <a:pt x="4144215" y="3347090"/>
                  <a:pt x="4151225" y="3325754"/>
                </a:cubicBezTo>
                <a:cubicBezTo>
                  <a:pt x="4158236" y="3304418"/>
                  <a:pt x="4167684" y="3286435"/>
                  <a:pt x="4179571" y="3271805"/>
                </a:cubicBezTo>
                <a:cubicBezTo>
                  <a:pt x="4191459" y="3257174"/>
                  <a:pt x="4205175" y="3245897"/>
                  <a:pt x="4220719" y="3237972"/>
                </a:cubicBezTo>
                <a:cubicBezTo>
                  <a:pt x="4236264" y="3230047"/>
                  <a:pt x="4252876" y="3226085"/>
                  <a:pt x="4270554" y="3226085"/>
                </a:cubicBezTo>
                <a:cubicBezTo>
                  <a:pt x="4290671" y="3226085"/>
                  <a:pt x="4308502" y="3230199"/>
                  <a:pt x="4324046" y="3238429"/>
                </a:cubicBezTo>
                <a:cubicBezTo>
                  <a:pt x="4339591" y="3246659"/>
                  <a:pt x="4354679" y="3257174"/>
                  <a:pt x="4369309" y="3269976"/>
                </a:cubicBezTo>
                <a:lnTo>
                  <a:pt x="4451605" y="3169392"/>
                </a:lnTo>
                <a:cubicBezTo>
                  <a:pt x="4430269" y="3148056"/>
                  <a:pt x="4404056" y="3129616"/>
                  <a:pt x="4372967" y="3114071"/>
                </a:cubicBezTo>
                <a:cubicBezTo>
                  <a:pt x="4341877" y="3098526"/>
                  <a:pt x="4306521" y="3090753"/>
                  <a:pt x="4266897" y="3090753"/>
                </a:cubicBezTo>
                <a:close/>
                <a:moveTo>
                  <a:pt x="1779424" y="3090753"/>
                </a:moveTo>
                <a:cubicBezTo>
                  <a:pt x="1737971" y="3090753"/>
                  <a:pt x="1700328" y="3097459"/>
                  <a:pt x="1666495" y="3110870"/>
                </a:cubicBezTo>
                <a:cubicBezTo>
                  <a:pt x="1632662" y="3124281"/>
                  <a:pt x="1603706" y="3143941"/>
                  <a:pt x="1579628" y="3169849"/>
                </a:cubicBezTo>
                <a:cubicBezTo>
                  <a:pt x="1555548" y="3195757"/>
                  <a:pt x="1536803" y="3227761"/>
                  <a:pt x="1523392" y="3265861"/>
                </a:cubicBezTo>
                <a:cubicBezTo>
                  <a:pt x="1509981" y="3303961"/>
                  <a:pt x="1503275" y="3347395"/>
                  <a:pt x="1503275" y="3396163"/>
                </a:cubicBezTo>
                <a:cubicBezTo>
                  <a:pt x="1503275" y="3444931"/>
                  <a:pt x="1509981" y="3488670"/>
                  <a:pt x="1523392" y="3527379"/>
                </a:cubicBezTo>
                <a:cubicBezTo>
                  <a:pt x="1536803" y="3566089"/>
                  <a:pt x="1555548" y="3598703"/>
                  <a:pt x="1579628" y="3625220"/>
                </a:cubicBezTo>
                <a:cubicBezTo>
                  <a:pt x="1603706" y="3651738"/>
                  <a:pt x="1632662" y="3672007"/>
                  <a:pt x="1666495" y="3686028"/>
                </a:cubicBezTo>
                <a:cubicBezTo>
                  <a:pt x="1700328" y="3700049"/>
                  <a:pt x="1737971" y="3707059"/>
                  <a:pt x="1779424" y="3707059"/>
                </a:cubicBezTo>
                <a:cubicBezTo>
                  <a:pt x="1820267" y="3707059"/>
                  <a:pt x="1857757" y="3700049"/>
                  <a:pt x="1891895" y="3686028"/>
                </a:cubicBezTo>
                <a:cubicBezTo>
                  <a:pt x="1926033" y="3672007"/>
                  <a:pt x="1955141" y="3651738"/>
                  <a:pt x="1979220" y="3625220"/>
                </a:cubicBezTo>
                <a:cubicBezTo>
                  <a:pt x="2003300" y="3598703"/>
                  <a:pt x="2022044" y="3566089"/>
                  <a:pt x="2035456" y="3527379"/>
                </a:cubicBezTo>
                <a:cubicBezTo>
                  <a:pt x="2048867" y="3488670"/>
                  <a:pt x="2055573" y="3444931"/>
                  <a:pt x="2055573" y="3396163"/>
                </a:cubicBezTo>
                <a:cubicBezTo>
                  <a:pt x="2055573" y="3347395"/>
                  <a:pt x="2048867" y="3304113"/>
                  <a:pt x="2035456" y="3266318"/>
                </a:cubicBezTo>
                <a:cubicBezTo>
                  <a:pt x="2022044" y="3228523"/>
                  <a:pt x="2003300" y="3196519"/>
                  <a:pt x="1979220" y="3170306"/>
                </a:cubicBezTo>
                <a:cubicBezTo>
                  <a:pt x="1955141" y="3144093"/>
                  <a:pt x="1926033" y="3124281"/>
                  <a:pt x="1891895" y="3110870"/>
                </a:cubicBezTo>
                <a:cubicBezTo>
                  <a:pt x="1857757" y="3097459"/>
                  <a:pt x="1820267" y="3090753"/>
                  <a:pt x="1779424" y="309075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887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50"/>
                            </p:stCondLst>
                            <p:childTnLst>
                              <p:par>
                                <p:cTn id="2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xit" presetSubtype="8" accel="10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8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50"/>
                            </p:stCondLst>
                            <p:childTnLst>
                              <p:par>
                                <p:cTn id="41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" presetClass="exit" presetSubtype="2" ac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39" grpId="1" animBg="1"/>
      <p:bldP spid="27" grpId="0"/>
      <p:bldP spid="27" grpId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B5318682-0B18-630C-581D-3F9692EC20A0}"/>
              </a:ext>
            </a:extLst>
          </p:cNvPr>
          <p:cNvGrpSpPr/>
          <p:nvPr/>
        </p:nvGrpSpPr>
        <p:grpSpPr>
          <a:xfrm>
            <a:off x="5420432" y="4639716"/>
            <a:ext cx="5589420" cy="451824"/>
            <a:chOff x="5556262" y="4639716"/>
            <a:chExt cx="5589420" cy="451824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312CB825-EAFB-4901-8C7E-D5477E0D31C8}"/>
                </a:ext>
              </a:extLst>
            </p:cNvPr>
            <p:cNvGrpSpPr/>
            <p:nvPr/>
          </p:nvGrpSpPr>
          <p:grpSpPr>
            <a:xfrm>
              <a:off x="5556262" y="4639716"/>
              <a:ext cx="4140553" cy="451824"/>
              <a:chOff x="4679586" y="878988"/>
              <a:chExt cx="1745757" cy="190500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A88C5CD2-8D88-4E1A-968C-C3E256B4316C}"/>
                  </a:ext>
                </a:extLst>
              </p:cNvPr>
              <p:cNvSpPr/>
              <p:nvPr/>
            </p:nvSpPr>
            <p:spPr>
              <a:xfrm>
                <a:off x="4679586" y="878988"/>
                <a:ext cx="190500" cy="190500"/>
              </a:xfrm>
              <a:prstGeom prst="ellipse">
                <a:avLst/>
              </a:prstGeom>
              <a:solidFill>
                <a:srgbClr val="FF596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39CA212B-3524-454E-9129-17FD0E8983F0}"/>
                  </a:ext>
                </a:extLst>
              </p:cNvPr>
              <p:cNvSpPr/>
              <p:nvPr/>
            </p:nvSpPr>
            <p:spPr>
              <a:xfrm>
                <a:off x="4990736" y="878988"/>
                <a:ext cx="190500" cy="190500"/>
              </a:xfrm>
              <a:prstGeom prst="ellipse">
                <a:avLst/>
              </a:prstGeom>
              <a:solidFill>
                <a:srgbClr val="52CBB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6487D07D-4424-43AA-9CF5-4A04A38B6C2D}"/>
                  </a:ext>
                </a:extLst>
              </p:cNvPr>
              <p:cNvSpPr/>
              <p:nvPr/>
            </p:nvSpPr>
            <p:spPr>
              <a:xfrm>
                <a:off x="5301522" y="878988"/>
                <a:ext cx="190500" cy="190500"/>
              </a:xfrm>
              <a:prstGeom prst="ellipse">
                <a:avLst/>
              </a:prstGeom>
              <a:solidFill>
                <a:srgbClr val="FEC63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51E021E3-C26E-4AB9-81EB-239E3D1BBAB2}"/>
                  </a:ext>
                </a:extLst>
              </p:cNvPr>
              <p:cNvSpPr/>
              <p:nvPr/>
            </p:nvSpPr>
            <p:spPr>
              <a:xfrm>
                <a:off x="5612308" y="878988"/>
                <a:ext cx="190500" cy="190500"/>
              </a:xfrm>
              <a:prstGeom prst="ellipse">
                <a:avLst/>
              </a:prstGeom>
              <a:solidFill>
                <a:srgbClr val="5D73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85AD4D6E-2D38-486B-8F61-738D1E4773C2}"/>
                  </a:ext>
                </a:extLst>
              </p:cNvPr>
              <p:cNvSpPr/>
              <p:nvPr/>
            </p:nvSpPr>
            <p:spPr>
              <a:xfrm>
                <a:off x="5923575" y="878988"/>
                <a:ext cx="190500" cy="190500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D88F111D-10A0-4CCB-B20B-B33508AA6193}"/>
                  </a:ext>
                </a:extLst>
              </p:cNvPr>
              <p:cNvSpPr/>
              <p:nvPr/>
            </p:nvSpPr>
            <p:spPr>
              <a:xfrm>
                <a:off x="6234843" y="878988"/>
                <a:ext cx="190500" cy="190500"/>
              </a:xfrm>
              <a:prstGeom prst="ellipse">
                <a:avLst/>
              </a:prstGeom>
              <a:solidFill>
                <a:srgbClr val="00A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E3F8273-240E-75A8-E043-D5C0D26E4D0A}"/>
                </a:ext>
              </a:extLst>
            </p:cNvPr>
            <p:cNvSpPr/>
            <p:nvPr/>
          </p:nvSpPr>
          <p:spPr>
            <a:xfrm>
              <a:off x="9983251" y="4639716"/>
              <a:ext cx="451824" cy="4518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16DBBB8-6C60-E68E-F370-718DDEDD33B6}"/>
                </a:ext>
              </a:extLst>
            </p:cNvPr>
            <p:cNvSpPr/>
            <p:nvPr/>
          </p:nvSpPr>
          <p:spPr>
            <a:xfrm>
              <a:off x="10693858" y="4639716"/>
              <a:ext cx="451824" cy="45182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9EB0FD16-689C-476C-8309-C7173C257513}"/>
              </a:ext>
            </a:extLst>
          </p:cNvPr>
          <p:cNvSpPr txBox="1"/>
          <p:nvPr/>
        </p:nvSpPr>
        <p:spPr>
          <a:xfrm>
            <a:off x="4575685" y="1235337"/>
            <a:ext cx="727891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800" u="sng" dirty="0">
                <a:solidFill>
                  <a:srgbClr val="FF5969"/>
                </a:solidFill>
                <a:latin typeface="Tw Cen MT" panose="020B0602020104020603" pitchFamily="34" charset="0"/>
              </a:rPr>
              <a:t>INCEPTION OF IDEA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8A16B82-6A3C-46F5-8D32-072FDF89864A}"/>
              </a:ext>
            </a:extLst>
          </p:cNvPr>
          <p:cNvGrpSpPr/>
          <p:nvPr/>
        </p:nvGrpSpPr>
        <p:grpSpPr>
          <a:xfrm>
            <a:off x="-9328607" y="0"/>
            <a:ext cx="14443062" cy="6858000"/>
            <a:chOff x="-2208534" y="0"/>
            <a:chExt cx="14443062" cy="6858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F391CEE-E392-4A9D-BD11-6954B994FB42}"/>
                </a:ext>
              </a:extLst>
            </p:cNvPr>
            <p:cNvSpPr/>
            <p:nvPr/>
          </p:nvSpPr>
          <p:spPr>
            <a:xfrm>
              <a:off x="-2208534" y="0"/>
              <a:ext cx="1440000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AC43ACA-5000-40E2-80D3-19833F9F1A3F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E022673-C77C-4E8F-AF41-8B283703E87E}"/>
                </a:ext>
              </a:extLst>
            </p:cNvPr>
            <p:cNvSpPr txBox="1"/>
            <p:nvPr/>
          </p:nvSpPr>
          <p:spPr>
            <a:xfrm rot="16200000">
              <a:off x="10921363" y="3115713"/>
              <a:ext cx="198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IDEA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9A27401-3327-4871-86AC-B461CA62C3AC}"/>
              </a:ext>
            </a:extLst>
          </p:cNvPr>
          <p:cNvGrpSpPr/>
          <p:nvPr/>
        </p:nvGrpSpPr>
        <p:grpSpPr>
          <a:xfrm>
            <a:off x="-9864188" y="0"/>
            <a:ext cx="14447246" cy="6858000"/>
            <a:chOff x="-2744115" y="0"/>
            <a:chExt cx="14447246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6C029B-A799-4206-A656-A006D8F83990}"/>
                </a:ext>
              </a:extLst>
            </p:cNvPr>
            <p:cNvSpPr/>
            <p:nvPr/>
          </p:nvSpPr>
          <p:spPr>
            <a:xfrm>
              <a:off x="-2744115" y="0"/>
              <a:ext cx="1440000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3328131-EC42-4D6D-A247-91FD3D23E58C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A728384-87ED-4E87-8F78-97EB653FDC67}"/>
                </a:ext>
              </a:extLst>
            </p:cNvPr>
            <p:cNvSpPr txBox="1"/>
            <p:nvPr/>
          </p:nvSpPr>
          <p:spPr>
            <a:xfrm rot="16200000">
              <a:off x="10389966" y="3111877"/>
              <a:ext cx="198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RAS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0099890-786A-4F87-960D-5DADE5168909}"/>
              </a:ext>
            </a:extLst>
          </p:cNvPr>
          <p:cNvGrpSpPr/>
          <p:nvPr/>
        </p:nvGrpSpPr>
        <p:grpSpPr>
          <a:xfrm>
            <a:off x="-10394169" y="0"/>
            <a:ext cx="14416119" cy="6858000"/>
            <a:chOff x="-3946762" y="0"/>
            <a:chExt cx="14416119" cy="6858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E9AAB1E-3A13-4745-A574-9EE6806378C9}"/>
                </a:ext>
              </a:extLst>
            </p:cNvPr>
            <p:cNvSpPr/>
            <p:nvPr/>
          </p:nvSpPr>
          <p:spPr>
            <a:xfrm>
              <a:off x="-3946762" y="0"/>
              <a:ext cx="1440000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BC0F905-3F71-4932-B130-39D508C4D117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3EC5869-A976-4328-A864-2BB04E7E7BFC}"/>
                </a:ext>
              </a:extLst>
            </p:cNvPr>
            <p:cNvSpPr txBox="1"/>
            <p:nvPr/>
          </p:nvSpPr>
          <p:spPr>
            <a:xfrm rot="16200000">
              <a:off x="9186970" y="3152001"/>
              <a:ext cx="19800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D SOURCE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E4F6447-6163-4D6A-A8D2-BD63B6CB3A42}"/>
              </a:ext>
            </a:extLst>
          </p:cNvPr>
          <p:cNvGrpSpPr/>
          <p:nvPr/>
        </p:nvGrpSpPr>
        <p:grpSpPr>
          <a:xfrm>
            <a:off x="-10878299" y="0"/>
            <a:ext cx="14401526" cy="6858000"/>
            <a:chOff x="-4335866" y="0"/>
            <a:chExt cx="14401526" cy="68580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CB8CB55-9DEC-4367-900E-7257FE1B874F}"/>
                </a:ext>
              </a:extLst>
            </p:cNvPr>
            <p:cNvSpPr/>
            <p:nvPr/>
          </p:nvSpPr>
          <p:spPr>
            <a:xfrm>
              <a:off x="-4335866" y="0"/>
              <a:ext cx="1440000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9DBAEDD6-7153-4AFF-BDC7-5A225B4B5642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2F9D37B-DE70-4087-8A7F-BBA0BAF5B6CF}"/>
                </a:ext>
              </a:extLst>
            </p:cNvPr>
            <p:cNvSpPr txBox="1"/>
            <p:nvPr/>
          </p:nvSpPr>
          <p:spPr>
            <a:xfrm rot="16200000">
              <a:off x="8874395" y="3177082"/>
              <a:ext cx="1800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CLEANING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FD55159B-C621-8474-E64E-A367C63FBA78}"/>
              </a:ext>
            </a:extLst>
          </p:cNvPr>
          <p:cNvSpPr txBox="1"/>
          <p:nvPr/>
        </p:nvSpPr>
        <p:spPr>
          <a:xfrm rot="16200000">
            <a:off x="-1237427" y="3249852"/>
            <a:ext cx="19920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0EEF0"/>
                </a:solidFill>
                <a:latin typeface="Tw Cen MT" panose="020B0602020104020603" pitchFamily="34" charset="0"/>
              </a:rPr>
              <a:t>CH IX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B73A60A-1242-291B-48C6-6914E6D30115}"/>
              </a:ext>
            </a:extLst>
          </p:cNvPr>
          <p:cNvSpPr txBox="1"/>
          <p:nvPr/>
        </p:nvSpPr>
        <p:spPr>
          <a:xfrm rot="16200000">
            <a:off x="-1237426" y="3249853"/>
            <a:ext cx="19920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0EEF0"/>
                </a:solidFill>
                <a:latin typeface="Tw Cen MT" panose="020B0602020104020603" pitchFamily="34" charset="0"/>
              </a:rPr>
              <a:t> IX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54F0709-13F2-B3A5-F75B-999CC0B39EE8}"/>
              </a:ext>
            </a:extLst>
          </p:cNvPr>
          <p:cNvGrpSpPr/>
          <p:nvPr/>
        </p:nvGrpSpPr>
        <p:grpSpPr>
          <a:xfrm>
            <a:off x="-11490169" y="6291"/>
            <a:ext cx="14400000" cy="6858000"/>
            <a:chOff x="-18467123" y="73281"/>
            <a:chExt cx="14400000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E55126-46F4-E06C-AE7C-950C54B9A8D3}"/>
                </a:ext>
              </a:extLst>
            </p:cNvPr>
            <p:cNvSpPr/>
            <p:nvPr/>
          </p:nvSpPr>
          <p:spPr>
            <a:xfrm>
              <a:off x="-18467123" y="73281"/>
              <a:ext cx="1440000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2344A40-385D-1E03-AFD8-85AD24463F26}"/>
                </a:ext>
              </a:extLst>
            </p:cNvPr>
            <p:cNvSpPr/>
            <p:nvPr/>
          </p:nvSpPr>
          <p:spPr>
            <a:xfrm>
              <a:off x="-5252127" y="2432562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AB53162-34A4-D7DF-6E4D-6D739BF30132}"/>
                </a:ext>
              </a:extLst>
            </p:cNvPr>
            <p:cNvSpPr txBox="1"/>
            <p:nvPr/>
          </p:nvSpPr>
          <p:spPr>
            <a:xfrm rot="16200000">
              <a:off x="-5448031" y="3517624"/>
              <a:ext cx="198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IMPLEMENTATION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FD3EE0D-FD02-4885-9AC0-03F414A9888F}"/>
              </a:ext>
            </a:extLst>
          </p:cNvPr>
          <p:cNvGrpSpPr/>
          <p:nvPr/>
        </p:nvGrpSpPr>
        <p:grpSpPr>
          <a:xfrm>
            <a:off x="-12246303" y="12582"/>
            <a:ext cx="14440311" cy="6858000"/>
            <a:chOff x="-4986942" y="-1"/>
            <a:chExt cx="14440311" cy="685800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0A9D552-2EF0-4DB4-9DC6-F52F2FD55E3C}"/>
                </a:ext>
              </a:extLst>
            </p:cNvPr>
            <p:cNvSpPr/>
            <p:nvPr/>
          </p:nvSpPr>
          <p:spPr>
            <a:xfrm>
              <a:off x="-4986942" y="-1"/>
              <a:ext cx="1440000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A27D1F1-923F-4591-A07A-39E775B734F9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E895421-2372-4C7F-93D2-3B0353A6E7BD}"/>
                </a:ext>
              </a:extLst>
            </p:cNvPr>
            <p:cNvSpPr txBox="1"/>
            <p:nvPr/>
          </p:nvSpPr>
          <p:spPr>
            <a:xfrm rot="16200000">
              <a:off x="8140204" y="3121221"/>
              <a:ext cx="198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MODULE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1980470-A4A0-E1FA-6A2B-1453AB43A370}"/>
              </a:ext>
            </a:extLst>
          </p:cNvPr>
          <p:cNvGrpSpPr/>
          <p:nvPr/>
        </p:nvGrpSpPr>
        <p:grpSpPr>
          <a:xfrm>
            <a:off x="-12841671" y="0"/>
            <a:ext cx="14402226" cy="6858000"/>
            <a:chOff x="-13811754" y="-1"/>
            <a:chExt cx="14402226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822D60-8364-BCDA-1E25-69333CDB1078}"/>
                </a:ext>
              </a:extLst>
            </p:cNvPr>
            <p:cNvSpPr/>
            <p:nvPr/>
          </p:nvSpPr>
          <p:spPr>
            <a:xfrm>
              <a:off x="-13811754" y="-1"/>
              <a:ext cx="1440000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C2CFBEE-F41A-CB26-EFB9-C382BFD5D4F4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E988642-A837-9475-F489-5DFAFD5D5738}"/>
                </a:ext>
              </a:extLst>
            </p:cNvPr>
            <p:cNvSpPr txBox="1"/>
            <p:nvPr/>
          </p:nvSpPr>
          <p:spPr>
            <a:xfrm rot="16200000">
              <a:off x="-689689" y="3213552"/>
              <a:ext cx="1980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DELIVERABLE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FE9A33C0-00AE-0BEB-4721-12615B2FFD4F}"/>
              </a:ext>
            </a:extLst>
          </p:cNvPr>
          <p:cNvGrpSpPr/>
          <p:nvPr/>
        </p:nvGrpSpPr>
        <p:grpSpPr>
          <a:xfrm>
            <a:off x="-13543511" y="25164"/>
            <a:ext cx="14450101" cy="6858000"/>
            <a:chOff x="-14486671" y="3537"/>
            <a:chExt cx="14450101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AF3B522-E28D-D60E-81BB-BEE6EAF444A2}"/>
                </a:ext>
              </a:extLst>
            </p:cNvPr>
            <p:cNvSpPr/>
            <p:nvPr/>
          </p:nvSpPr>
          <p:spPr>
            <a:xfrm>
              <a:off x="-14486671" y="3537"/>
              <a:ext cx="1440000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770FCFA-A682-3B42-A8BD-D71C7FBE662E}"/>
                </a:ext>
              </a:extLst>
            </p:cNvPr>
            <p:cNvSpPr/>
            <p:nvPr/>
          </p:nvSpPr>
          <p:spPr>
            <a:xfrm>
              <a:off x="-1248611" y="2340976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81DB825-2712-3525-A64D-593F7397E2D3}"/>
                </a:ext>
              </a:extLst>
            </p:cNvPr>
            <p:cNvSpPr txBox="1"/>
            <p:nvPr/>
          </p:nvSpPr>
          <p:spPr>
            <a:xfrm rot="16200000">
              <a:off x="-1349735" y="3114125"/>
              <a:ext cx="198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DEMO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5240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B5318682-0B18-630C-581D-3F9692EC20A0}"/>
              </a:ext>
            </a:extLst>
          </p:cNvPr>
          <p:cNvGrpSpPr/>
          <p:nvPr/>
        </p:nvGrpSpPr>
        <p:grpSpPr>
          <a:xfrm>
            <a:off x="5420432" y="4639716"/>
            <a:ext cx="5589420" cy="451824"/>
            <a:chOff x="5556262" y="4639716"/>
            <a:chExt cx="5589420" cy="451824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312CB825-EAFB-4901-8C7E-D5477E0D31C8}"/>
                </a:ext>
              </a:extLst>
            </p:cNvPr>
            <p:cNvGrpSpPr/>
            <p:nvPr/>
          </p:nvGrpSpPr>
          <p:grpSpPr>
            <a:xfrm>
              <a:off x="5556262" y="4639716"/>
              <a:ext cx="4140553" cy="451824"/>
              <a:chOff x="4679586" y="878988"/>
              <a:chExt cx="1745757" cy="190500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A88C5CD2-8D88-4E1A-968C-C3E256B4316C}"/>
                  </a:ext>
                </a:extLst>
              </p:cNvPr>
              <p:cNvSpPr/>
              <p:nvPr/>
            </p:nvSpPr>
            <p:spPr>
              <a:xfrm>
                <a:off x="4679586" y="878988"/>
                <a:ext cx="190500" cy="190500"/>
              </a:xfrm>
              <a:prstGeom prst="ellipse">
                <a:avLst/>
              </a:prstGeom>
              <a:solidFill>
                <a:srgbClr val="FF596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39CA212B-3524-454E-9129-17FD0E8983F0}"/>
                  </a:ext>
                </a:extLst>
              </p:cNvPr>
              <p:cNvSpPr/>
              <p:nvPr/>
            </p:nvSpPr>
            <p:spPr>
              <a:xfrm>
                <a:off x="4990736" y="878988"/>
                <a:ext cx="190500" cy="190500"/>
              </a:xfrm>
              <a:prstGeom prst="ellipse">
                <a:avLst/>
              </a:prstGeom>
              <a:solidFill>
                <a:srgbClr val="52CBB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6487D07D-4424-43AA-9CF5-4A04A38B6C2D}"/>
                  </a:ext>
                </a:extLst>
              </p:cNvPr>
              <p:cNvSpPr/>
              <p:nvPr/>
            </p:nvSpPr>
            <p:spPr>
              <a:xfrm>
                <a:off x="5301522" y="878988"/>
                <a:ext cx="190500" cy="190500"/>
              </a:xfrm>
              <a:prstGeom prst="ellipse">
                <a:avLst/>
              </a:prstGeom>
              <a:solidFill>
                <a:srgbClr val="FEC63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51E021E3-C26E-4AB9-81EB-239E3D1BBAB2}"/>
                  </a:ext>
                </a:extLst>
              </p:cNvPr>
              <p:cNvSpPr/>
              <p:nvPr/>
            </p:nvSpPr>
            <p:spPr>
              <a:xfrm>
                <a:off x="5612308" y="878988"/>
                <a:ext cx="190500" cy="190500"/>
              </a:xfrm>
              <a:prstGeom prst="ellipse">
                <a:avLst/>
              </a:prstGeom>
              <a:solidFill>
                <a:srgbClr val="5D73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85AD4D6E-2D38-486B-8F61-738D1E4773C2}"/>
                  </a:ext>
                </a:extLst>
              </p:cNvPr>
              <p:cNvSpPr/>
              <p:nvPr/>
            </p:nvSpPr>
            <p:spPr>
              <a:xfrm>
                <a:off x="5923575" y="878988"/>
                <a:ext cx="190500" cy="190500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D88F111D-10A0-4CCB-B20B-B33508AA6193}"/>
                  </a:ext>
                </a:extLst>
              </p:cNvPr>
              <p:cNvSpPr/>
              <p:nvPr/>
            </p:nvSpPr>
            <p:spPr>
              <a:xfrm>
                <a:off x="6234843" y="878988"/>
                <a:ext cx="190500" cy="190500"/>
              </a:xfrm>
              <a:prstGeom prst="ellipse">
                <a:avLst/>
              </a:prstGeom>
              <a:solidFill>
                <a:srgbClr val="00A0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E3F8273-240E-75A8-E043-D5C0D26E4D0A}"/>
                </a:ext>
              </a:extLst>
            </p:cNvPr>
            <p:cNvSpPr/>
            <p:nvPr/>
          </p:nvSpPr>
          <p:spPr>
            <a:xfrm>
              <a:off x="9983251" y="4639716"/>
              <a:ext cx="451824" cy="4518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16DBBB8-6C60-E68E-F370-718DDEDD33B6}"/>
                </a:ext>
              </a:extLst>
            </p:cNvPr>
            <p:cNvSpPr/>
            <p:nvPr/>
          </p:nvSpPr>
          <p:spPr>
            <a:xfrm>
              <a:off x="10693858" y="4639716"/>
              <a:ext cx="451824" cy="45182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8A16B82-6A3C-46F5-8D32-072FDF89864A}"/>
              </a:ext>
            </a:extLst>
          </p:cNvPr>
          <p:cNvGrpSpPr/>
          <p:nvPr/>
        </p:nvGrpSpPr>
        <p:grpSpPr>
          <a:xfrm>
            <a:off x="-2190732" y="-2459"/>
            <a:ext cx="14417901" cy="6858000"/>
            <a:chOff x="-2619600" y="3937879"/>
            <a:chExt cx="14417901" cy="6858000"/>
          </a:xfrm>
          <a:solidFill>
            <a:schemeClr val="tx1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F391CEE-E392-4A9D-BD11-6954B994FB42}"/>
                </a:ext>
              </a:extLst>
            </p:cNvPr>
            <p:cNvSpPr/>
            <p:nvPr/>
          </p:nvSpPr>
          <p:spPr>
            <a:xfrm>
              <a:off x="-2619600" y="3937879"/>
              <a:ext cx="14400000" cy="6858000"/>
            </a:xfrm>
            <a:prstGeom prst="rect">
              <a:avLst/>
            </a:prstGeom>
            <a:grpFill/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AC43ACA-5000-40E2-80D3-19833F9F1A3F}"/>
                </a:ext>
              </a:extLst>
            </p:cNvPr>
            <p:cNvSpPr/>
            <p:nvPr/>
          </p:nvSpPr>
          <p:spPr>
            <a:xfrm>
              <a:off x="10625167" y="6053873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1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E022673-C77C-4E8F-AF41-8B283703E87E}"/>
                </a:ext>
              </a:extLst>
            </p:cNvPr>
            <p:cNvSpPr txBox="1"/>
            <p:nvPr/>
          </p:nvSpPr>
          <p:spPr>
            <a:xfrm rot="16200000">
              <a:off x="10485136" y="6940090"/>
              <a:ext cx="1980000" cy="646331"/>
            </a:xfrm>
            <a:prstGeom prst="rect">
              <a:avLst/>
            </a:prstGeom>
            <a:solidFill>
              <a:srgbClr val="91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IDEA</a:t>
              </a:r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16FB608-5CD1-1D37-990E-619EF9F51BB4}"/>
              </a:ext>
            </a:extLst>
          </p:cNvPr>
          <p:cNvSpPr/>
          <p:nvPr/>
        </p:nvSpPr>
        <p:spPr>
          <a:xfrm>
            <a:off x="4836617" y="1415897"/>
            <a:ext cx="5631552" cy="3997842"/>
          </a:xfrm>
          <a:prstGeom prst="roundRect">
            <a:avLst/>
          </a:prstGeom>
          <a:solidFill>
            <a:srgbClr val="FF5969">
              <a:alpha val="8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/>
              <a:t> Brainstorming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/>
              <a:t> Socially relevant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/>
              <a:t> Involve large scale data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/>
              <a:t> Learn and implement concept</a:t>
            </a:r>
            <a:endParaRPr lang="en-IN" sz="2800" dirty="0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23C51543-0D63-C83C-6193-E40BFE8727A5}"/>
              </a:ext>
            </a:extLst>
          </p:cNvPr>
          <p:cNvGrpSpPr/>
          <p:nvPr/>
        </p:nvGrpSpPr>
        <p:grpSpPr>
          <a:xfrm>
            <a:off x="-9914522" y="0"/>
            <a:ext cx="14447246" cy="6858000"/>
            <a:chOff x="-2744115" y="0"/>
            <a:chExt cx="14447246" cy="6858000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D2D3ED88-4918-44BE-7D33-BF5F0ADB7B6E}"/>
                </a:ext>
              </a:extLst>
            </p:cNvPr>
            <p:cNvSpPr/>
            <p:nvPr/>
          </p:nvSpPr>
          <p:spPr>
            <a:xfrm>
              <a:off x="-2744115" y="0"/>
              <a:ext cx="1440000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C24AD6BC-ADC8-3EAD-F895-F2F46AB1D299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7D4CDE2-5697-8B45-3FAF-28FAAEC7664E}"/>
                </a:ext>
              </a:extLst>
            </p:cNvPr>
            <p:cNvSpPr txBox="1"/>
            <p:nvPr/>
          </p:nvSpPr>
          <p:spPr>
            <a:xfrm rot="16200000">
              <a:off x="10389966" y="3111877"/>
              <a:ext cx="198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RAS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85A98362-F276-7B13-B554-323451C99113}"/>
              </a:ext>
            </a:extLst>
          </p:cNvPr>
          <p:cNvGrpSpPr/>
          <p:nvPr/>
        </p:nvGrpSpPr>
        <p:grpSpPr>
          <a:xfrm>
            <a:off x="-10444503" y="0"/>
            <a:ext cx="14416119" cy="6858000"/>
            <a:chOff x="-3946762" y="0"/>
            <a:chExt cx="14416119" cy="6858000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8FBD66DF-42F7-F49D-23CC-C881BA1551C8}"/>
                </a:ext>
              </a:extLst>
            </p:cNvPr>
            <p:cNvSpPr/>
            <p:nvPr/>
          </p:nvSpPr>
          <p:spPr>
            <a:xfrm>
              <a:off x="-3946762" y="0"/>
              <a:ext cx="1440000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F74FCC6E-9E0C-4D1F-5BD8-E6D774A35FF9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37A1DE5A-F219-AF24-F3ED-3546574DA4CB}"/>
                </a:ext>
              </a:extLst>
            </p:cNvPr>
            <p:cNvSpPr txBox="1"/>
            <p:nvPr/>
          </p:nvSpPr>
          <p:spPr>
            <a:xfrm rot="16200000">
              <a:off x="9186970" y="3152001"/>
              <a:ext cx="19800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D SOURCE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CD47F8B4-82D9-0379-787D-3F70221C3D38}"/>
              </a:ext>
            </a:extLst>
          </p:cNvPr>
          <p:cNvGrpSpPr/>
          <p:nvPr/>
        </p:nvGrpSpPr>
        <p:grpSpPr>
          <a:xfrm>
            <a:off x="-10928633" y="0"/>
            <a:ext cx="14401526" cy="6858000"/>
            <a:chOff x="-4335866" y="0"/>
            <a:chExt cx="14401526" cy="6858000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3E4F74B9-B15B-AC90-1540-1536F9258D53}"/>
                </a:ext>
              </a:extLst>
            </p:cNvPr>
            <p:cNvSpPr/>
            <p:nvPr/>
          </p:nvSpPr>
          <p:spPr>
            <a:xfrm>
              <a:off x="-4335866" y="0"/>
              <a:ext cx="1440000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AE08A371-797A-BAE5-4E0D-B2B57DC97B36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C7C42D7F-3DD0-C8DC-425A-CA0CB4C52079}"/>
                </a:ext>
              </a:extLst>
            </p:cNvPr>
            <p:cNvSpPr txBox="1"/>
            <p:nvPr/>
          </p:nvSpPr>
          <p:spPr>
            <a:xfrm rot="16200000">
              <a:off x="8874395" y="3177082"/>
              <a:ext cx="1800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CLEANING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4F1BF35-8E21-91E4-DF29-1DF309741FFD}"/>
              </a:ext>
            </a:extLst>
          </p:cNvPr>
          <p:cNvGrpSpPr/>
          <p:nvPr/>
        </p:nvGrpSpPr>
        <p:grpSpPr>
          <a:xfrm>
            <a:off x="-11540503" y="6291"/>
            <a:ext cx="14400000" cy="6858000"/>
            <a:chOff x="-18467123" y="73281"/>
            <a:chExt cx="14400000" cy="6858000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26017E2-5794-13E5-7E74-513D90D14AA8}"/>
                </a:ext>
              </a:extLst>
            </p:cNvPr>
            <p:cNvSpPr/>
            <p:nvPr/>
          </p:nvSpPr>
          <p:spPr>
            <a:xfrm>
              <a:off x="-18467123" y="73281"/>
              <a:ext cx="1440000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0B8CF62E-B17C-93D8-6C21-28C007831FC8}"/>
                </a:ext>
              </a:extLst>
            </p:cNvPr>
            <p:cNvSpPr/>
            <p:nvPr/>
          </p:nvSpPr>
          <p:spPr>
            <a:xfrm>
              <a:off x="-5252127" y="2432562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C79E9D73-ABFB-7853-9AD3-460CF3F8AFE5}"/>
                </a:ext>
              </a:extLst>
            </p:cNvPr>
            <p:cNvSpPr txBox="1"/>
            <p:nvPr/>
          </p:nvSpPr>
          <p:spPr>
            <a:xfrm rot="16200000">
              <a:off x="-5448031" y="3517624"/>
              <a:ext cx="198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IMPLEMENTATION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3318CE18-99E1-D931-BD57-4EF1A8B8C5C3}"/>
              </a:ext>
            </a:extLst>
          </p:cNvPr>
          <p:cNvGrpSpPr/>
          <p:nvPr/>
        </p:nvGrpSpPr>
        <p:grpSpPr>
          <a:xfrm>
            <a:off x="-12296637" y="12582"/>
            <a:ext cx="14440311" cy="6858000"/>
            <a:chOff x="-4986942" y="-1"/>
            <a:chExt cx="14440311" cy="6858000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BC3683A9-81AD-A7C7-BCC2-55756DB6A452}"/>
                </a:ext>
              </a:extLst>
            </p:cNvPr>
            <p:cNvSpPr/>
            <p:nvPr/>
          </p:nvSpPr>
          <p:spPr>
            <a:xfrm>
              <a:off x="-4986942" y="-1"/>
              <a:ext cx="1440000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2C4CDEB5-B0D9-DDED-39D8-9B795CC969A4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D26D5861-A77A-DF37-BE7D-58330808C961}"/>
                </a:ext>
              </a:extLst>
            </p:cNvPr>
            <p:cNvSpPr txBox="1"/>
            <p:nvPr/>
          </p:nvSpPr>
          <p:spPr>
            <a:xfrm rot="16200000">
              <a:off x="8140204" y="3121221"/>
              <a:ext cx="198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MODULE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76EC9875-B539-AC61-42DA-23E74D0459F9}"/>
              </a:ext>
            </a:extLst>
          </p:cNvPr>
          <p:cNvGrpSpPr/>
          <p:nvPr/>
        </p:nvGrpSpPr>
        <p:grpSpPr>
          <a:xfrm>
            <a:off x="-12892005" y="0"/>
            <a:ext cx="14402226" cy="6858000"/>
            <a:chOff x="-13811754" y="-1"/>
            <a:chExt cx="14402226" cy="6858000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8DF63B91-32CA-977C-F222-CDA96D0FDF0C}"/>
                </a:ext>
              </a:extLst>
            </p:cNvPr>
            <p:cNvSpPr/>
            <p:nvPr/>
          </p:nvSpPr>
          <p:spPr>
            <a:xfrm>
              <a:off x="-13811754" y="-1"/>
              <a:ext cx="1440000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3D9F610-5589-1FA7-1276-483A28697177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0F0725DB-8169-5D1B-87DD-DF6566D73667}"/>
                </a:ext>
              </a:extLst>
            </p:cNvPr>
            <p:cNvSpPr txBox="1"/>
            <p:nvPr/>
          </p:nvSpPr>
          <p:spPr>
            <a:xfrm rot="16200000">
              <a:off x="-689689" y="3213552"/>
              <a:ext cx="1980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DELIVERABLE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5033B0C-3ACE-351F-71FB-D618701D6FD3}"/>
              </a:ext>
            </a:extLst>
          </p:cNvPr>
          <p:cNvGrpSpPr/>
          <p:nvPr/>
        </p:nvGrpSpPr>
        <p:grpSpPr>
          <a:xfrm>
            <a:off x="-13593845" y="25164"/>
            <a:ext cx="14450101" cy="6858000"/>
            <a:chOff x="-14486671" y="3537"/>
            <a:chExt cx="14450101" cy="6858000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31E03F0E-B432-7DCD-BA3D-C07268B9D433}"/>
                </a:ext>
              </a:extLst>
            </p:cNvPr>
            <p:cNvSpPr/>
            <p:nvPr/>
          </p:nvSpPr>
          <p:spPr>
            <a:xfrm>
              <a:off x="-14486671" y="3537"/>
              <a:ext cx="1440000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FCA74165-43D9-1994-210F-5E18D1748B6B}"/>
                </a:ext>
              </a:extLst>
            </p:cNvPr>
            <p:cNvSpPr/>
            <p:nvPr/>
          </p:nvSpPr>
          <p:spPr>
            <a:xfrm>
              <a:off x="-1248611" y="2340976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C3B332D4-B146-330B-4E25-79582DD20CB8}"/>
                </a:ext>
              </a:extLst>
            </p:cNvPr>
            <p:cNvSpPr txBox="1"/>
            <p:nvPr/>
          </p:nvSpPr>
          <p:spPr>
            <a:xfrm rot="16200000">
              <a:off x="-1349735" y="3114125"/>
              <a:ext cx="198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DEMO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18592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C8A16B82-6A3C-46F5-8D32-072FDF89864A}"/>
              </a:ext>
            </a:extLst>
          </p:cNvPr>
          <p:cNvGrpSpPr/>
          <p:nvPr/>
        </p:nvGrpSpPr>
        <p:grpSpPr>
          <a:xfrm>
            <a:off x="-2208534" y="21256"/>
            <a:ext cx="14400000" cy="6858000"/>
            <a:chOff x="-2208534" y="0"/>
            <a:chExt cx="14400000" cy="6858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F391CEE-E392-4A9D-BD11-6954B994FB42}"/>
                </a:ext>
              </a:extLst>
            </p:cNvPr>
            <p:cNvSpPr/>
            <p:nvPr/>
          </p:nvSpPr>
          <p:spPr>
            <a:xfrm>
              <a:off x="-2208534" y="0"/>
              <a:ext cx="1440000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E022673-C77C-4E8F-AF41-8B283703E87E}"/>
                </a:ext>
              </a:extLst>
            </p:cNvPr>
            <p:cNvSpPr txBox="1"/>
            <p:nvPr/>
          </p:nvSpPr>
          <p:spPr>
            <a:xfrm rot="16200000">
              <a:off x="10921363" y="3168878"/>
              <a:ext cx="1980000" cy="540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CH I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9A27401-3327-4871-86AC-B461CA62C3AC}"/>
              </a:ext>
            </a:extLst>
          </p:cNvPr>
          <p:cNvGrpSpPr/>
          <p:nvPr/>
        </p:nvGrpSpPr>
        <p:grpSpPr>
          <a:xfrm>
            <a:off x="-2183675" y="-20617"/>
            <a:ext cx="14416965" cy="6914694"/>
            <a:chOff x="-2080569" y="2576974"/>
            <a:chExt cx="14416965" cy="6858000"/>
          </a:xfrm>
          <a:solidFill>
            <a:schemeClr val="tx1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6C029B-A799-4206-A656-A006D8F83990}"/>
                </a:ext>
              </a:extLst>
            </p:cNvPr>
            <p:cNvSpPr/>
            <p:nvPr/>
          </p:nvSpPr>
          <p:spPr>
            <a:xfrm>
              <a:off x="-2080569" y="2576974"/>
              <a:ext cx="14400000" cy="6858000"/>
            </a:xfrm>
            <a:prstGeom prst="rect">
              <a:avLst/>
            </a:prstGeom>
            <a:grpFill/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3328131-EC42-4D6D-A247-91FD3D23E58C}"/>
                </a:ext>
              </a:extLst>
            </p:cNvPr>
            <p:cNvSpPr/>
            <p:nvPr/>
          </p:nvSpPr>
          <p:spPr>
            <a:xfrm>
              <a:off x="11125462" y="482696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24AB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A728384-87ED-4E87-8F78-97EB653FDC67}"/>
                </a:ext>
              </a:extLst>
            </p:cNvPr>
            <p:cNvSpPr txBox="1"/>
            <p:nvPr/>
          </p:nvSpPr>
          <p:spPr>
            <a:xfrm rot="16200000">
              <a:off x="11023231" y="5601396"/>
              <a:ext cx="1980000" cy="646331"/>
            </a:xfrm>
            <a:prstGeom prst="rect">
              <a:avLst/>
            </a:prstGeom>
            <a:solidFill>
              <a:srgbClr val="0099CC">
                <a:alpha val="0"/>
              </a:srgb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IDEA</a:t>
              </a:r>
            </a:p>
          </p:txBody>
        </p: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AE87A95-D75B-BE81-03D0-AE5D7C18FB7D}"/>
              </a:ext>
            </a:extLst>
          </p:cNvPr>
          <p:cNvSpPr/>
          <p:nvPr/>
        </p:nvSpPr>
        <p:spPr>
          <a:xfrm>
            <a:off x="4665133" y="1437809"/>
            <a:ext cx="5934532" cy="3997842"/>
          </a:xfrm>
          <a:prstGeom prst="roundRect">
            <a:avLst/>
          </a:prstGeom>
          <a:solidFill>
            <a:srgbClr val="52CDC0">
              <a:alpha val="8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Road Accident Analysis</a:t>
            </a:r>
          </a:p>
          <a:p>
            <a:pPr algn="ctr"/>
            <a:endParaRPr lang="en-IN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World biggest public safety challenge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India Shares 18% of total world accident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Data available in form of reports &amp; sheet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Convert Raw data into Interactive visuals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400" dirty="0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F0323ECD-509D-15BE-1700-32A2E2A62DCB}"/>
              </a:ext>
            </a:extLst>
          </p:cNvPr>
          <p:cNvGrpSpPr/>
          <p:nvPr/>
        </p:nvGrpSpPr>
        <p:grpSpPr>
          <a:xfrm>
            <a:off x="-10243167" y="0"/>
            <a:ext cx="14416119" cy="6858000"/>
            <a:chOff x="-3946762" y="0"/>
            <a:chExt cx="14416119" cy="6858000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CCDF1EB0-1AC5-2F4D-5EBB-FBA6EB7D318C}"/>
                </a:ext>
              </a:extLst>
            </p:cNvPr>
            <p:cNvSpPr/>
            <p:nvPr/>
          </p:nvSpPr>
          <p:spPr>
            <a:xfrm>
              <a:off x="-3946762" y="0"/>
              <a:ext cx="1440000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343689F-EFE2-570E-D80C-EE54F79F7306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08974A9-495B-913A-45B6-EBCDC28C842A}"/>
                </a:ext>
              </a:extLst>
            </p:cNvPr>
            <p:cNvSpPr txBox="1"/>
            <p:nvPr/>
          </p:nvSpPr>
          <p:spPr>
            <a:xfrm rot="16200000">
              <a:off x="9186970" y="3152001"/>
              <a:ext cx="19800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D SOURCE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D15BB642-9725-6C20-FD45-A4F89620AB67}"/>
              </a:ext>
            </a:extLst>
          </p:cNvPr>
          <p:cNvGrpSpPr/>
          <p:nvPr/>
        </p:nvGrpSpPr>
        <p:grpSpPr>
          <a:xfrm>
            <a:off x="-10727297" y="0"/>
            <a:ext cx="14401526" cy="6858000"/>
            <a:chOff x="-4335866" y="0"/>
            <a:chExt cx="14401526" cy="6858000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EC95D9D1-B80D-D1DD-59CD-C0A8B8E23258}"/>
                </a:ext>
              </a:extLst>
            </p:cNvPr>
            <p:cNvSpPr/>
            <p:nvPr/>
          </p:nvSpPr>
          <p:spPr>
            <a:xfrm>
              <a:off x="-4335866" y="0"/>
              <a:ext cx="1440000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6FFBEBD-6545-5AA6-5C3E-029042DFD486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A3E4CD6D-5C6C-1B9C-D7F4-B6B7190FB24C}"/>
                </a:ext>
              </a:extLst>
            </p:cNvPr>
            <p:cNvSpPr txBox="1"/>
            <p:nvPr/>
          </p:nvSpPr>
          <p:spPr>
            <a:xfrm rot="16200000">
              <a:off x="8874395" y="3177082"/>
              <a:ext cx="1800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CLEANING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F98F14AA-C185-EC21-7701-0D60311CE90C}"/>
              </a:ext>
            </a:extLst>
          </p:cNvPr>
          <p:cNvGrpSpPr/>
          <p:nvPr/>
        </p:nvGrpSpPr>
        <p:grpSpPr>
          <a:xfrm>
            <a:off x="-11339167" y="6291"/>
            <a:ext cx="14400000" cy="6858000"/>
            <a:chOff x="-18467123" y="73281"/>
            <a:chExt cx="14400000" cy="6858000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252AC77B-9556-B4AC-4C63-AB3F317A8058}"/>
                </a:ext>
              </a:extLst>
            </p:cNvPr>
            <p:cNvSpPr/>
            <p:nvPr/>
          </p:nvSpPr>
          <p:spPr>
            <a:xfrm>
              <a:off x="-18467123" y="73281"/>
              <a:ext cx="1440000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DCA08C4A-5962-DF3B-60F4-75286FAB7415}"/>
                </a:ext>
              </a:extLst>
            </p:cNvPr>
            <p:cNvSpPr/>
            <p:nvPr/>
          </p:nvSpPr>
          <p:spPr>
            <a:xfrm>
              <a:off x="-5252127" y="2432562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81B11BFE-433D-6B03-105B-33AC7BF4D6E0}"/>
                </a:ext>
              </a:extLst>
            </p:cNvPr>
            <p:cNvSpPr txBox="1"/>
            <p:nvPr/>
          </p:nvSpPr>
          <p:spPr>
            <a:xfrm rot="16200000">
              <a:off x="-5448031" y="3517624"/>
              <a:ext cx="198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IMPLEMENTATION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A28BD409-7436-2C61-5F71-BBC35940EC0F}"/>
              </a:ext>
            </a:extLst>
          </p:cNvPr>
          <p:cNvGrpSpPr/>
          <p:nvPr/>
        </p:nvGrpSpPr>
        <p:grpSpPr>
          <a:xfrm>
            <a:off x="-12095301" y="12582"/>
            <a:ext cx="14440311" cy="6858000"/>
            <a:chOff x="-4986942" y="-1"/>
            <a:chExt cx="14440311" cy="6858000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9F87A7E0-7789-3E49-1100-A38BE6F16E9C}"/>
                </a:ext>
              </a:extLst>
            </p:cNvPr>
            <p:cNvSpPr/>
            <p:nvPr/>
          </p:nvSpPr>
          <p:spPr>
            <a:xfrm>
              <a:off x="-4986942" y="-1"/>
              <a:ext cx="1440000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59A82ACC-8812-3212-AA03-0B17DCE01C14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F4A88021-BBDE-7A54-3610-C424A6CC45B1}"/>
                </a:ext>
              </a:extLst>
            </p:cNvPr>
            <p:cNvSpPr txBox="1"/>
            <p:nvPr/>
          </p:nvSpPr>
          <p:spPr>
            <a:xfrm rot="16200000">
              <a:off x="8140204" y="3121221"/>
              <a:ext cx="198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MODULE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31FB4B82-BAC9-293E-B5E4-E434CCAF8591}"/>
              </a:ext>
            </a:extLst>
          </p:cNvPr>
          <p:cNvGrpSpPr/>
          <p:nvPr/>
        </p:nvGrpSpPr>
        <p:grpSpPr>
          <a:xfrm>
            <a:off x="-12690669" y="0"/>
            <a:ext cx="14402226" cy="6858000"/>
            <a:chOff x="-13811754" y="-1"/>
            <a:chExt cx="14402226" cy="6858000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7A791DB6-0749-84EB-3FD2-09630C8FD8E1}"/>
                </a:ext>
              </a:extLst>
            </p:cNvPr>
            <p:cNvSpPr/>
            <p:nvPr/>
          </p:nvSpPr>
          <p:spPr>
            <a:xfrm>
              <a:off x="-13811754" y="-1"/>
              <a:ext cx="1440000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6B71EED-DA2D-E07F-C71C-B56E8DAA52B7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01AF953-8FB4-7326-BD54-706C9CB3DBFD}"/>
                </a:ext>
              </a:extLst>
            </p:cNvPr>
            <p:cNvSpPr txBox="1"/>
            <p:nvPr/>
          </p:nvSpPr>
          <p:spPr>
            <a:xfrm rot="16200000">
              <a:off x="-689689" y="3213552"/>
              <a:ext cx="1980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DELIVERABLE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72EB393A-D688-9A25-3973-A72D7646B0CF}"/>
              </a:ext>
            </a:extLst>
          </p:cNvPr>
          <p:cNvGrpSpPr/>
          <p:nvPr/>
        </p:nvGrpSpPr>
        <p:grpSpPr>
          <a:xfrm>
            <a:off x="-13392509" y="25164"/>
            <a:ext cx="14450101" cy="6858000"/>
            <a:chOff x="-14486671" y="3537"/>
            <a:chExt cx="14450101" cy="6858000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36DE3F2C-ABCB-29DC-608E-3743E5CED998}"/>
                </a:ext>
              </a:extLst>
            </p:cNvPr>
            <p:cNvSpPr/>
            <p:nvPr/>
          </p:nvSpPr>
          <p:spPr>
            <a:xfrm>
              <a:off x="-14486671" y="3537"/>
              <a:ext cx="1440000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35AFA23-761E-91F7-09CA-6838C840D275}"/>
                </a:ext>
              </a:extLst>
            </p:cNvPr>
            <p:cNvSpPr/>
            <p:nvPr/>
          </p:nvSpPr>
          <p:spPr>
            <a:xfrm>
              <a:off x="-1248611" y="2340976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A441945-75AA-8365-3263-200FD7AF98E4}"/>
                </a:ext>
              </a:extLst>
            </p:cNvPr>
            <p:cNvSpPr txBox="1"/>
            <p:nvPr/>
          </p:nvSpPr>
          <p:spPr>
            <a:xfrm rot="16200000">
              <a:off x="-1349735" y="3114125"/>
              <a:ext cx="198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DEMO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0598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0E4F6447-6163-4D6A-A8D2-BD63B6CB3A42}"/>
              </a:ext>
            </a:extLst>
          </p:cNvPr>
          <p:cNvGrpSpPr/>
          <p:nvPr/>
        </p:nvGrpSpPr>
        <p:grpSpPr>
          <a:xfrm>
            <a:off x="-2210305" y="-25164"/>
            <a:ext cx="14400000" cy="6858000"/>
            <a:chOff x="-4987508" y="132175"/>
            <a:chExt cx="14400000" cy="6858000"/>
          </a:xfrm>
          <a:solidFill>
            <a:srgbClr val="5D7373"/>
          </a:solidFill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CB8CB55-9DEC-4367-900E-7257FE1B874F}"/>
                </a:ext>
              </a:extLst>
            </p:cNvPr>
            <p:cNvSpPr/>
            <p:nvPr/>
          </p:nvSpPr>
          <p:spPr>
            <a:xfrm>
              <a:off x="-4987508" y="132175"/>
              <a:ext cx="14400000" cy="68580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9DBAEDD6-7153-4AFF-BDC7-5A225B4B5642}"/>
                </a:ext>
              </a:extLst>
            </p:cNvPr>
            <p:cNvSpPr/>
            <p:nvPr/>
          </p:nvSpPr>
          <p:spPr>
            <a:xfrm>
              <a:off x="8239774" y="248026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2F9D37B-DE70-4087-8A7F-BBA0BAF5B6CF}"/>
                </a:ext>
              </a:extLst>
            </p:cNvPr>
            <p:cNvSpPr txBox="1"/>
            <p:nvPr/>
          </p:nvSpPr>
          <p:spPr>
            <a:xfrm rot="16200000">
              <a:off x="7914633" y="3164497"/>
              <a:ext cx="180000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DATA SOURCE</a:t>
              </a:r>
            </a:p>
          </p:txBody>
        </p: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C91F940-954A-2F9A-EB5E-1FB7D35B0C84}"/>
              </a:ext>
            </a:extLst>
          </p:cNvPr>
          <p:cNvSpPr/>
          <p:nvPr/>
        </p:nvSpPr>
        <p:spPr>
          <a:xfrm>
            <a:off x="5118215" y="1544141"/>
            <a:ext cx="5631552" cy="3997842"/>
          </a:xfrm>
          <a:prstGeom prst="roundRect">
            <a:avLst/>
          </a:prstGeom>
          <a:solidFill>
            <a:srgbClr val="5D7373">
              <a:alpha val="8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/>
              <a:t>Data Source</a:t>
            </a:r>
          </a:p>
          <a:p>
            <a:pPr algn="ctr"/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3200" dirty="0"/>
              <a:t>Kaggle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3200" dirty="0"/>
              <a:t>MoRTH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3200" dirty="0"/>
              <a:t>UK STATS19 Dataset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0C0EB24E-F412-363C-AA3F-59087AE58910}"/>
              </a:ext>
            </a:extLst>
          </p:cNvPr>
          <p:cNvGrpSpPr/>
          <p:nvPr/>
        </p:nvGrpSpPr>
        <p:grpSpPr>
          <a:xfrm>
            <a:off x="-10475627" y="0"/>
            <a:ext cx="14401526" cy="6858000"/>
            <a:chOff x="-4335866" y="0"/>
            <a:chExt cx="14401526" cy="6858000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82FFDDB8-75B1-0742-8041-93AB8E8023E2}"/>
                </a:ext>
              </a:extLst>
            </p:cNvPr>
            <p:cNvSpPr/>
            <p:nvPr/>
          </p:nvSpPr>
          <p:spPr>
            <a:xfrm>
              <a:off x="-4335866" y="0"/>
              <a:ext cx="1440000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68A94F77-977D-3730-E9BC-83B4E04C00A8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F2199F0D-4967-8F97-6794-62B137D09E9C}"/>
                </a:ext>
              </a:extLst>
            </p:cNvPr>
            <p:cNvSpPr txBox="1"/>
            <p:nvPr/>
          </p:nvSpPr>
          <p:spPr>
            <a:xfrm rot="16200000">
              <a:off x="8874395" y="3177082"/>
              <a:ext cx="1800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CLEANING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E947AA99-1FD4-D191-EBC4-8437B809771E}"/>
              </a:ext>
            </a:extLst>
          </p:cNvPr>
          <p:cNvGrpSpPr/>
          <p:nvPr/>
        </p:nvGrpSpPr>
        <p:grpSpPr>
          <a:xfrm>
            <a:off x="-11087497" y="6291"/>
            <a:ext cx="14400000" cy="6858000"/>
            <a:chOff x="-18467123" y="73281"/>
            <a:chExt cx="14400000" cy="6858000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986DF703-D123-C29B-9478-84987996B638}"/>
                </a:ext>
              </a:extLst>
            </p:cNvPr>
            <p:cNvSpPr/>
            <p:nvPr/>
          </p:nvSpPr>
          <p:spPr>
            <a:xfrm>
              <a:off x="-18467123" y="73281"/>
              <a:ext cx="1440000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F7021C4-5ACF-CD5C-ECC8-C8A094FCC0C5}"/>
                </a:ext>
              </a:extLst>
            </p:cNvPr>
            <p:cNvSpPr/>
            <p:nvPr/>
          </p:nvSpPr>
          <p:spPr>
            <a:xfrm>
              <a:off x="-5252127" y="2432562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96DC721C-2AD3-1554-F8D9-CDB8C10AB350}"/>
                </a:ext>
              </a:extLst>
            </p:cNvPr>
            <p:cNvSpPr txBox="1"/>
            <p:nvPr/>
          </p:nvSpPr>
          <p:spPr>
            <a:xfrm rot="16200000">
              <a:off x="-5448031" y="3517624"/>
              <a:ext cx="198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IMPLEMENTATION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7301B961-818D-0F09-1FD2-9800085B7064}"/>
              </a:ext>
            </a:extLst>
          </p:cNvPr>
          <p:cNvGrpSpPr/>
          <p:nvPr/>
        </p:nvGrpSpPr>
        <p:grpSpPr>
          <a:xfrm>
            <a:off x="-11843631" y="12582"/>
            <a:ext cx="14440311" cy="6858000"/>
            <a:chOff x="-4986942" y="-1"/>
            <a:chExt cx="14440311" cy="6858000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396BCEFF-B39E-3664-6B90-9D1F4E82D31B}"/>
                </a:ext>
              </a:extLst>
            </p:cNvPr>
            <p:cNvSpPr/>
            <p:nvPr/>
          </p:nvSpPr>
          <p:spPr>
            <a:xfrm>
              <a:off x="-4986942" y="-1"/>
              <a:ext cx="1440000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DE058582-DE39-C927-D455-DE959C4ECFBD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9AF0A233-7ECF-BC5F-88AA-D155C6C51E86}"/>
                </a:ext>
              </a:extLst>
            </p:cNvPr>
            <p:cNvSpPr txBox="1"/>
            <p:nvPr/>
          </p:nvSpPr>
          <p:spPr>
            <a:xfrm rot="16200000">
              <a:off x="8140204" y="3121221"/>
              <a:ext cx="198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MODULE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991F8BEF-799D-6B6C-B746-8C3E743A3973}"/>
              </a:ext>
            </a:extLst>
          </p:cNvPr>
          <p:cNvGrpSpPr/>
          <p:nvPr/>
        </p:nvGrpSpPr>
        <p:grpSpPr>
          <a:xfrm>
            <a:off x="-12438999" y="0"/>
            <a:ext cx="14402226" cy="6858000"/>
            <a:chOff x="-13811754" y="-1"/>
            <a:chExt cx="14402226" cy="6858000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59984D1B-3E64-39CE-D20B-53B7AA4FFD2B}"/>
                </a:ext>
              </a:extLst>
            </p:cNvPr>
            <p:cNvSpPr/>
            <p:nvPr/>
          </p:nvSpPr>
          <p:spPr>
            <a:xfrm>
              <a:off x="-13811754" y="-1"/>
              <a:ext cx="1440000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CF343A5-C3A2-9384-1EDA-73ED104A548D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8ECFDE6A-AC2E-46F2-823F-B178B94A4CCA}"/>
                </a:ext>
              </a:extLst>
            </p:cNvPr>
            <p:cNvSpPr txBox="1"/>
            <p:nvPr/>
          </p:nvSpPr>
          <p:spPr>
            <a:xfrm rot="16200000">
              <a:off x="-689689" y="3213552"/>
              <a:ext cx="1980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DELIVERABLE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DDDFBC5-2288-3044-821E-13F652E89440}"/>
              </a:ext>
            </a:extLst>
          </p:cNvPr>
          <p:cNvGrpSpPr/>
          <p:nvPr/>
        </p:nvGrpSpPr>
        <p:grpSpPr>
          <a:xfrm>
            <a:off x="-13140839" y="25164"/>
            <a:ext cx="14450101" cy="6858000"/>
            <a:chOff x="-14486671" y="3537"/>
            <a:chExt cx="14450101" cy="6858000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F9B3636D-17F0-F366-2285-6EADDBF06BED}"/>
                </a:ext>
              </a:extLst>
            </p:cNvPr>
            <p:cNvSpPr/>
            <p:nvPr/>
          </p:nvSpPr>
          <p:spPr>
            <a:xfrm>
              <a:off x="-14486671" y="3537"/>
              <a:ext cx="1440000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1897A73C-DA78-90E5-554A-9E66E7BDDCDA}"/>
                </a:ext>
              </a:extLst>
            </p:cNvPr>
            <p:cNvSpPr/>
            <p:nvPr/>
          </p:nvSpPr>
          <p:spPr>
            <a:xfrm>
              <a:off x="-1248611" y="2340976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CBAA7B26-D85E-07AD-2A3E-78ABC0DB0E14}"/>
                </a:ext>
              </a:extLst>
            </p:cNvPr>
            <p:cNvSpPr txBox="1"/>
            <p:nvPr/>
          </p:nvSpPr>
          <p:spPr>
            <a:xfrm rot="16200000">
              <a:off x="-1349735" y="3114125"/>
              <a:ext cx="198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DEMO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93362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C0099890-786A-4F87-960D-5DADE5168909}"/>
              </a:ext>
            </a:extLst>
          </p:cNvPr>
          <p:cNvGrpSpPr/>
          <p:nvPr/>
        </p:nvGrpSpPr>
        <p:grpSpPr>
          <a:xfrm>
            <a:off x="-2208000" y="0"/>
            <a:ext cx="14400000" cy="6951877"/>
            <a:chOff x="-3869316" y="21256"/>
            <a:chExt cx="14400000" cy="6858000"/>
          </a:xfrm>
          <a:solidFill>
            <a:schemeClr val="tx1"/>
          </a:solidFill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E9AAB1E-3A13-4745-A574-9EE6806378C9}"/>
                </a:ext>
              </a:extLst>
            </p:cNvPr>
            <p:cNvSpPr/>
            <p:nvPr/>
          </p:nvSpPr>
          <p:spPr>
            <a:xfrm>
              <a:off x="-3869316" y="21256"/>
              <a:ext cx="14400000" cy="6858000"/>
            </a:xfrm>
            <a:prstGeom prst="rect">
              <a:avLst/>
            </a:prstGeom>
            <a:grpFill/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BC0F905-3F71-4932-B130-39D508C4D117}"/>
                </a:ext>
              </a:extLst>
            </p:cNvPr>
            <p:cNvSpPr/>
            <p:nvPr/>
          </p:nvSpPr>
          <p:spPr>
            <a:xfrm>
              <a:off x="9283415" y="2291033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3EC5869-A976-4328-A864-2BB04E7E7BFC}"/>
                </a:ext>
              </a:extLst>
            </p:cNvPr>
            <p:cNvSpPr txBox="1"/>
            <p:nvPr/>
          </p:nvSpPr>
          <p:spPr>
            <a:xfrm rot="16200000">
              <a:off x="8940519" y="2993000"/>
              <a:ext cx="19800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DATA</a:t>
              </a:r>
              <a:br>
                <a:rPr lang="en-US" sz="28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</a:br>
              <a:r>
                <a:rPr lang="en-US" sz="28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CLEANING</a:t>
              </a:r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F651BB3-6306-1B07-B5B1-F71DD9495769}"/>
              </a:ext>
            </a:extLst>
          </p:cNvPr>
          <p:cNvSpPr/>
          <p:nvPr/>
        </p:nvSpPr>
        <p:spPr>
          <a:xfrm>
            <a:off x="4667693" y="1541721"/>
            <a:ext cx="5631552" cy="3997842"/>
          </a:xfrm>
          <a:prstGeom prst="roundRect">
            <a:avLst/>
          </a:prstGeom>
          <a:solidFill>
            <a:srgbClr val="FFC730">
              <a:alpha val="8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Data Preprocessing</a:t>
            </a:r>
          </a:p>
          <a:p>
            <a:pPr algn="ctr"/>
            <a:endParaRPr lang="en-IN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Dim reduction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Duplicity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Missing data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Inconsistency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Standardization </a:t>
            </a:r>
            <a:endParaRPr lang="en-IN" dirty="0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539E4521-46FA-C654-4CD8-C7A3A9C9FD30}"/>
              </a:ext>
            </a:extLst>
          </p:cNvPr>
          <p:cNvGrpSpPr/>
          <p:nvPr/>
        </p:nvGrpSpPr>
        <p:grpSpPr>
          <a:xfrm>
            <a:off x="-10525434" y="6291"/>
            <a:ext cx="14400000" cy="6858000"/>
            <a:chOff x="-18467123" y="73281"/>
            <a:chExt cx="14400000" cy="6858000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A17A7395-C0DB-DF80-AD63-9FBCDAABE415}"/>
                </a:ext>
              </a:extLst>
            </p:cNvPr>
            <p:cNvSpPr/>
            <p:nvPr/>
          </p:nvSpPr>
          <p:spPr>
            <a:xfrm>
              <a:off x="-18467123" y="73281"/>
              <a:ext cx="1440000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1C0C04F-2E25-3482-BF89-DA2EC50A533B}"/>
                </a:ext>
              </a:extLst>
            </p:cNvPr>
            <p:cNvSpPr/>
            <p:nvPr/>
          </p:nvSpPr>
          <p:spPr>
            <a:xfrm>
              <a:off x="-5252127" y="2432562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D3B19DD0-2A58-89FE-ADFD-8B7B1DBC6FC5}"/>
                </a:ext>
              </a:extLst>
            </p:cNvPr>
            <p:cNvSpPr txBox="1"/>
            <p:nvPr/>
          </p:nvSpPr>
          <p:spPr>
            <a:xfrm rot="16200000">
              <a:off x="-5448031" y="3517624"/>
              <a:ext cx="198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IMPLEMENTATION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8FFFFF85-0AAE-4A25-AD5E-96B763321C12}"/>
              </a:ext>
            </a:extLst>
          </p:cNvPr>
          <p:cNvGrpSpPr/>
          <p:nvPr/>
        </p:nvGrpSpPr>
        <p:grpSpPr>
          <a:xfrm>
            <a:off x="-11281568" y="12582"/>
            <a:ext cx="14440311" cy="6858000"/>
            <a:chOff x="-4986942" y="-1"/>
            <a:chExt cx="14440311" cy="6858000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CB018FAD-2149-567E-ED24-49A40E5CEA44}"/>
                </a:ext>
              </a:extLst>
            </p:cNvPr>
            <p:cNvSpPr/>
            <p:nvPr/>
          </p:nvSpPr>
          <p:spPr>
            <a:xfrm>
              <a:off x="-4986942" y="-1"/>
              <a:ext cx="1440000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99B3B07-4A49-0224-3657-C98794320639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7C581A18-26D6-55C7-CDA8-3C37E9B8CDBD}"/>
                </a:ext>
              </a:extLst>
            </p:cNvPr>
            <p:cNvSpPr txBox="1"/>
            <p:nvPr/>
          </p:nvSpPr>
          <p:spPr>
            <a:xfrm rot="16200000">
              <a:off x="8140204" y="3121221"/>
              <a:ext cx="198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MODULE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50BE1D4D-EC15-66BD-FE7E-F0123E36D32B}"/>
              </a:ext>
            </a:extLst>
          </p:cNvPr>
          <p:cNvGrpSpPr/>
          <p:nvPr/>
        </p:nvGrpSpPr>
        <p:grpSpPr>
          <a:xfrm>
            <a:off x="-11876936" y="0"/>
            <a:ext cx="14402226" cy="6858000"/>
            <a:chOff x="-13811754" y="-1"/>
            <a:chExt cx="14402226" cy="6858000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A9C3E978-9B41-33E9-24A0-0C95C0EE5DEC}"/>
                </a:ext>
              </a:extLst>
            </p:cNvPr>
            <p:cNvSpPr/>
            <p:nvPr/>
          </p:nvSpPr>
          <p:spPr>
            <a:xfrm>
              <a:off x="-13811754" y="-1"/>
              <a:ext cx="1440000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02F6D061-7C0D-FDFE-01A6-DF989D7D850A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C542307-9410-A06E-4296-3ED320E28ADA}"/>
                </a:ext>
              </a:extLst>
            </p:cNvPr>
            <p:cNvSpPr txBox="1"/>
            <p:nvPr/>
          </p:nvSpPr>
          <p:spPr>
            <a:xfrm rot="16200000">
              <a:off x="-689689" y="3213552"/>
              <a:ext cx="1980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DELIVERABLE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725F59CD-2E20-B5A5-DC0D-C0FB27B33745}"/>
              </a:ext>
            </a:extLst>
          </p:cNvPr>
          <p:cNvGrpSpPr/>
          <p:nvPr/>
        </p:nvGrpSpPr>
        <p:grpSpPr>
          <a:xfrm>
            <a:off x="-12578776" y="25164"/>
            <a:ext cx="14450101" cy="6858000"/>
            <a:chOff x="-14486671" y="3537"/>
            <a:chExt cx="14450101" cy="6858000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B8F44762-DA07-C6B1-34A1-3207D97E7D3D}"/>
                </a:ext>
              </a:extLst>
            </p:cNvPr>
            <p:cNvSpPr/>
            <p:nvPr/>
          </p:nvSpPr>
          <p:spPr>
            <a:xfrm>
              <a:off x="-14486671" y="3537"/>
              <a:ext cx="1440000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821D12F5-7053-AB5D-3A64-4014A732CE31}"/>
                </a:ext>
              </a:extLst>
            </p:cNvPr>
            <p:cNvSpPr/>
            <p:nvPr/>
          </p:nvSpPr>
          <p:spPr>
            <a:xfrm>
              <a:off x="-1248611" y="2340976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0CB1BF04-463A-9EF3-FF2A-AE2B573B4473}"/>
                </a:ext>
              </a:extLst>
            </p:cNvPr>
            <p:cNvSpPr txBox="1"/>
            <p:nvPr/>
          </p:nvSpPr>
          <p:spPr>
            <a:xfrm rot="16200000">
              <a:off x="-1349735" y="3114125"/>
              <a:ext cx="198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DEMO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5038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71B35-B780-BC44-46D6-525D42AE5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8FF1E01B-6B21-C7D3-E0A4-22286CFDDD03}"/>
              </a:ext>
            </a:extLst>
          </p:cNvPr>
          <p:cNvGrpSpPr/>
          <p:nvPr/>
        </p:nvGrpSpPr>
        <p:grpSpPr>
          <a:xfrm>
            <a:off x="-2212446" y="-1718"/>
            <a:ext cx="14404446" cy="6858000"/>
            <a:chOff x="-4993610" y="-17720"/>
            <a:chExt cx="14404446" cy="6858000"/>
          </a:xfrm>
          <a:solidFill>
            <a:schemeClr val="tx1"/>
          </a:solidFill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909E302-8397-959D-761E-AE4405D074E0}"/>
                </a:ext>
              </a:extLst>
            </p:cNvPr>
            <p:cNvSpPr/>
            <p:nvPr/>
          </p:nvSpPr>
          <p:spPr>
            <a:xfrm>
              <a:off x="-4993610" y="-17720"/>
              <a:ext cx="14400000" cy="6858000"/>
            </a:xfrm>
            <a:prstGeom prst="rect">
              <a:avLst/>
            </a:prstGeom>
            <a:grpFill/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82267A1-E193-BEEF-35A5-6281AA60F058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A8E13D4-1AD7-B741-076A-B85E77B08A1B}"/>
                </a:ext>
              </a:extLst>
            </p:cNvPr>
            <p:cNvSpPr txBox="1"/>
            <p:nvPr/>
          </p:nvSpPr>
          <p:spPr>
            <a:xfrm rot="16200000">
              <a:off x="7954972" y="3294705"/>
              <a:ext cx="198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IMPLEMENTATION</a:t>
              </a:r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B259713-F045-C17F-02C4-DBF04B84F386}"/>
              </a:ext>
            </a:extLst>
          </p:cNvPr>
          <p:cNvSpPr/>
          <p:nvPr/>
        </p:nvSpPr>
        <p:spPr>
          <a:xfrm>
            <a:off x="3821525" y="1792597"/>
            <a:ext cx="6549605" cy="3997842"/>
          </a:xfrm>
          <a:prstGeom prst="roundRect">
            <a:avLst/>
          </a:prstGeom>
          <a:solidFill>
            <a:schemeClr val="accent2">
              <a:lumMod val="75000"/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D97E1D-0DA0-C3FA-DFC0-48808F930E50}"/>
              </a:ext>
            </a:extLst>
          </p:cNvPr>
          <p:cNvSpPr txBox="1"/>
          <p:nvPr/>
        </p:nvSpPr>
        <p:spPr>
          <a:xfrm>
            <a:off x="4378094" y="2534117"/>
            <a:ext cx="1944215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bg1"/>
                </a:solidFill>
              </a:rPr>
              <a:t>Front End</a:t>
            </a:r>
            <a:br>
              <a:rPr lang="en-US" sz="3200" b="1" u="sng" dirty="0">
                <a:solidFill>
                  <a:schemeClr val="bg1"/>
                </a:solidFill>
              </a:rPr>
            </a:br>
            <a:endParaRPr lang="en-US" sz="3200" b="1" u="sng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</a:rPr>
              <a:t>React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</a:rPr>
              <a:t>CSS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</a:rPr>
              <a:t>Vite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</a:rPr>
              <a:t>Rechart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</a:rPr>
              <a:t>D3.js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A1F353-F1E5-1B89-2E64-A28F36BEC11E}"/>
              </a:ext>
            </a:extLst>
          </p:cNvPr>
          <p:cNvSpPr txBox="1"/>
          <p:nvPr/>
        </p:nvSpPr>
        <p:spPr>
          <a:xfrm>
            <a:off x="7749830" y="2583820"/>
            <a:ext cx="194421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bg1"/>
                </a:solidFill>
              </a:rPr>
              <a:t>Back End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 err="1">
                <a:solidFill>
                  <a:schemeClr val="bg1"/>
                </a:solidFill>
              </a:rPr>
              <a:t>FastAPI</a:t>
            </a: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 err="1">
                <a:solidFill>
                  <a:schemeClr val="bg1"/>
                </a:solidFill>
              </a:rPr>
              <a:t>DuckDB</a:t>
            </a:r>
            <a:endParaRPr lang="en-US" sz="2400" dirty="0">
              <a:solidFill>
                <a:schemeClr val="bg1"/>
              </a:solidFill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8BE71F7-038C-9611-8EF7-A4642A2288AC}"/>
              </a:ext>
            </a:extLst>
          </p:cNvPr>
          <p:cNvGrpSpPr/>
          <p:nvPr/>
        </p:nvGrpSpPr>
        <p:grpSpPr>
          <a:xfrm>
            <a:off x="-11701018" y="12582"/>
            <a:ext cx="14440311" cy="6858000"/>
            <a:chOff x="-4986942" y="-1"/>
            <a:chExt cx="14440311" cy="6858000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BBB07F16-58CA-6AD4-66F3-39D03DCC4EEF}"/>
                </a:ext>
              </a:extLst>
            </p:cNvPr>
            <p:cNvSpPr/>
            <p:nvPr/>
          </p:nvSpPr>
          <p:spPr>
            <a:xfrm>
              <a:off x="-4986942" y="-1"/>
              <a:ext cx="1440000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D362075-4D80-CCD8-6A29-CEB54CF3EC21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613658C-D3A9-FE61-EC74-A4B8AF2C3A30}"/>
                </a:ext>
              </a:extLst>
            </p:cNvPr>
            <p:cNvSpPr txBox="1"/>
            <p:nvPr/>
          </p:nvSpPr>
          <p:spPr>
            <a:xfrm rot="16200000">
              <a:off x="8140204" y="3121221"/>
              <a:ext cx="198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MODULE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5540424-C24A-34EB-92FF-3B55506E415F}"/>
              </a:ext>
            </a:extLst>
          </p:cNvPr>
          <p:cNvGrpSpPr/>
          <p:nvPr/>
        </p:nvGrpSpPr>
        <p:grpSpPr>
          <a:xfrm>
            <a:off x="-12296386" y="0"/>
            <a:ext cx="14402226" cy="6858000"/>
            <a:chOff x="-13811754" y="-1"/>
            <a:chExt cx="14402226" cy="68580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D2805B68-DB38-0866-FCDA-FAEBE172F45A}"/>
                </a:ext>
              </a:extLst>
            </p:cNvPr>
            <p:cNvSpPr/>
            <p:nvPr/>
          </p:nvSpPr>
          <p:spPr>
            <a:xfrm>
              <a:off x="-13811754" y="-1"/>
              <a:ext cx="1440000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6888A68D-7893-8D71-B2C7-BDC3F3C07EFB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93FD8A4-BC0B-CCCD-2C69-BD66AE1A79B9}"/>
                </a:ext>
              </a:extLst>
            </p:cNvPr>
            <p:cNvSpPr txBox="1"/>
            <p:nvPr/>
          </p:nvSpPr>
          <p:spPr>
            <a:xfrm rot="16200000">
              <a:off x="-689689" y="3213552"/>
              <a:ext cx="1980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DELIVERABLE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DA7A4A6F-0605-46AD-5A62-49E20DFD0F76}"/>
              </a:ext>
            </a:extLst>
          </p:cNvPr>
          <p:cNvGrpSpPr/>
          <p:nvPr/>
        </p:nvGrpSpPr>
        <p:grpSpPr>
          <a:xfrm>
            <a:off x="-12998226" y="25164"/>
            <a:ext cx="14450101" cy="6858000"/>
            <a:chOff x="-14486671" y="3537"/>
            <a:chExt cx="14450101" cy="6858000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75790D2C-DCE1-AD5D-99A7-EA4087DD5FF9}"/>
                </a:ext>
              </a:extLst>
            </p:cNvPr>
            <p:cNvSpPr/>
            <p:nvPr/>
          </p:nvSpPr>
          <p:spPr>
            <a:xfrm>
              <a:off x="-14486671" y="3537"/>
              <a:ext cx="1440000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5124E70-B4E6-8B56-F892-AC4E6BA8F28D}"/>
                </a:ext>
              </a:extLst>
            </p:cNvPr>
            <p:cNvSpPr/>
            <p:nvPr/>
          </p:nvSpPr>
          <p:spPr>
            <a:xfrm>
              <a:off x="-1248611" y="2340976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3F39BA9-3578-7679-0C79-B1245122563D}"/>
                </a:ext>
              </a:extLst>
            </p:cNvPr>
            <p:cNvSpPr txBox="1"/>
            <p:nvPr/>
          </p:nvSpPr>
          <p:spPr>
            <a:xfrm rot="16200000">
              <a:off x="-1349735" y="3114125"/>
              <a:ext cx="198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DEMO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15898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3FD3EE0D-FD02-4885-9AC0-03F414A9888F}"/>
              </a:ext>
            </a:extLst>
          </p:cNvPr>
          <p:cNvGrpSpPr/>
          <p:nvPr/>
        </p:nvGrpSpPr>
        <p:grpSpPr>
          <a:xfrm>
            <a:off x="-2212446" y="7091"/>
            <a:ext cx="14404446" cy="6858000"/>
            <a:chOff x="-4993610" y="-17720"/>
            <a:chExt cx="14404446" cy="6858000"/>
          </a:xfrm>
          <a:solidFill>
            <a:schemeClr val="tx1"/>
          </a:solidFill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0A9D552-2EF0-4DB4-9DC6-F52F2FD55E3C}"/>
                </a:ext>
              </a:extLst>
            </p:cNvPr>
            <p:cNvSpPr/>
            <p:nvPr/>
          </p:nvSpPr>
          <p:spPr>
            <a:xfrm>
              <a:off x="-4993610" y="-17720"/>
              <a:ext cx="14400000" cy="6858000"/>
            </a:xfrm>
            <a:prstGeom prst="rect">
              <a:avLst/>
            </a:prstGeom>
            <a:grpFill/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A27D1F1-923F-4591-A07A-39E775B734F9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E895421-2372-4C7F-93D2-3B0353A6E7BD}"/>
                </a:ext>
              </a:extLst>
            </p:cNvPr>
            <p:cNvSpPr txBox="1"/>
            <p:nvPr/>
          </p:nvSpPr>
          <p:spPr>
            <a:xfrm rot="16200000">
              <a:off x="7954972" y="3063873"/>
              <a:ext cx="1980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ANALYTICAL MODULE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FD55159B-C621-8474-E64E-A367C63FBA78}"/>
              </a:ext>
            </a:extLst>
          </p:cNvPr>
          <p:cNvSpPr txBox="1"/>
          <p:nvPr/>
        </p:nvSpPr>
        <p:spPr>
          <a:xfrm rot="16200000">
            <a:off x="-1161926" y="3249852"/>
            <a:ext cx="19920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0EEF0"/>
                </a:solidFill>
                <a:latin typeface="Tw Cen MT" panose="020B0602020104020603" pitchFamily="34" charset="0"/>
              </a:rPr>
              <a:t>CH IX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B73A60A-1242-291B-48C6-6914E6D30115}"/>
              </a:ext>
            </a:extLst>
          </p:cNvPr>
          <p:cNvSpPr txBox="1"/>
          <p:nvPr/>
        </p:nvSpPr>
        <p:spPr>
          <a:xfrm rot="16200000">
            <a:off x="-1161925" y="3249853"/>
            <a:ext cx="19920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0EEF0"/>
                </a:solidFill>
                <a:latin typeface="Tw Cen MT" panose="020B0602020104020603" pitchFamily="34" charset="0"/>
              </a:rPr>
              <a:t> IX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D845012-E774-2A8F-06D4-6C57FA8590F1}"/>
              </a:ext>
            </a:extLst>
          </p:cNvPr>
          <p:cNvSpPr/>
          <p:nvPr/>
        </p:nvSpPr>
        <p:spPr>
          <a:xfrm>
            <a:off x="3923484" y="1574096"/>
            <a:ext cx="6549605" cy="3997842"/>
          </a:xfrm>
          <a:prstGeom prst="roundRect">
            <a:avLst/>
          </a:prstGeom>
          <a:solidFill>
            <a:srgbClr val="92D050">
              <a:alpha val="8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OVERVIEW   :- Maj Prakhar Kumar Gupta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GEOSPATIAL :- Maj Manish Yadav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TEMPORAL   :- Subham Rawat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CAUSES         :- Satinder Kaur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PATTERN       :- Lt </a:t>
            </a:r>
            <a:r>
              <a:rPr lang="en-US" sz="2400" dirty="0" err="1"/>
              <a:t>Cdr</a:t>
            </a:r>
            <a:r>
              <a:rPr lang="en-US" sz="2400" dirty="0"/>
              <a:t> Vikrant Nagpal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EDA                :- Rahul Sanjay Das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PREDICTIVE  :- Rahul Sanjay Das</a:t>
            </a:r>
            <a:endParaRPr lang="en-IN" sz="24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653481A-98A0-50A9-6E2A-B94C3213EF0F}"/>
              </a:ext>
            </a:extLst>
          </p:cNvPr>
          <p:cNvGrpSpPr/>
          <p:nvPr/>
        </p:nvGrpSpPr>
        <p:grpSpPr>
          <a:xfrm>
            <a:off x="-11918679" y="-22329"/>
            <a:ext cx="14402226" cy="6858000"/>
            <a:chOff x="-13811754" y="-1"/>
            <a:chExt cx="14402226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01923DE-22D7-10E5-D4FD-5085B68D22DB}"/>
                </a:ext>
              </a:extLst>
            </p:cNvPr>
            <p:cNvSpPr/>
            <p:nvPr/>
          </p:nvSpPr>
          <p:spPr>
            <a:xfrm>
              <a:off x="-13811754" y="-1"/>
              <a:ext cx="1440000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50489C3C-7928-335A-0D54-591271314240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E69F186-0EF2-574A-B37F-EEF61DF94320}"/>
                </a:ext>
              </a:extLst>
            </p:cNvPr>
            <p:cNvSpPr txBox="1"/>
            <p:nvPr/>
          </p:nvSpPr>
          <p:spPr>
            <a:xfrm rot="16200000">
              <a:off x="-689689" y="3213552"/>
              <a:ext cx="1980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DELIVERABLE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13337DB-FC03-1506-DA46-4EB2DE268B0C}"/>
              </a:ext>
            </a:extLst>
          </p:cNvPr>
          <p:cNvGrpSpPr/>
          <p:nvPr/>
        </p:nvGrpSpPr>
        <p:grpSpPr>
          <a:xfrm>
            <a:off x="-12528252" y="-7091"/>
            <a:ext cx="14450101" cy="6858000"/>
            <a:chOff x="-14486671" y="3537"/>
            <a:chExt cx="14450101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C6282B9-F2F7-0F8C-8EC1-19E91FD0F49E}"/>
                </a:ext>
              </a:extLst>
            </p:cNvPr>
            <p:cNvSpPr/>
            <p:nvPr/>
          </p:nvSpPr>
          <p:spPr>
            <a:xfrm>
              <a:off x="-14486671" y="3537"/>
              <a:ext cx="1440000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BD2655A-832B-A39F-479E-0EB0F1BDFFDE}"/>
                </a:ext>
              </a:extLst>
            </p:cNvPr>
            <p:cNvSpPr/>
            <p:nvPr/>
          </p:nvSpPr>
          <p:spPr>
            <a:xfrm>
              <a:off x="-1248611" y="2340976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715CB4B-6FEE-5FFD-CBB3-17B21058A872}"/>
                </a:ext>
              </a:extLst>
            </p:cNvPr>
            <p:cNvSpPr txBox="1"/>
            <p:nvPr/>
          </p:nvSpPr>
          <p:spPr>
            <a:xfrm rot="16200000">
              <a:off x="-1349735" y="3114125"/>
              <a:ext cx="198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DEMO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82611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25303-1835-162E-9308-10710F7F0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2689CBF1-9162-4C08-E935-4597AFC9C484}"/>
              </a:ext>
            </a:extLst>
          </p:cNvPr>
          <p:cNvGrpSpPr/>
          <p:nvPr/>
        </p:nvGrpSpPr>
        <p:grpSpPr>
          <a:xfrm>
            <a:off x="-2208000" y="-23499"/>
            <a:ext cx="14400000" cy="6858000"/>
            <a:chOff x="-2208000" y="-23499"/>
            <a:chExt cx="14400000" cy="6858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E7D97CB-A11B-48CE-5568-84F3C4138F9A}"/>
                </a:ext>
              </a:extLst>
            </p:cNvPr>
            <p:cNvSpPr/>
            <p:nvPr/>
          </p:nvSpPr>
          <p:spPr>
            <a:xfrm>
              <a:off x="-2208000" y="-23499"/>
              <a:ext cx="14400000" cy="685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2F99D8E-AFFD-ADE7-3265-C17418577A06}"/>
                </a:ext>
              </a:extLst>
            </p:cNvPr>
            <p:cNvSpPr/>
            <p:nvPr/>
          </p:nvSpPr>
          <p:spPr>
            <a:xfrm>
              <a:off x="11009260" y="2427394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EB063D3-3B1C-F62A-03A4-6506F7CB26AD}"/>
              </a:ext>
            </a:extLst>
          </p:cNvPr>
          <p:cNvGrpSpPr/>
          <p:nvPr/>
        </p:nvGrpSpPr>
        <p:grpSpPr>
          <a:xfrm>
            <a:off x="4815083" y="-168455"/>
            <a:ext cx="5982473" cy="6667513"/>
            <a:chOff x="-164843" y="-546113"/>
            <a:chExt cx="5982473" cy="666751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52CD39C-F1D9-343B-D467-225F66A24A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537" t="5675" r="22293" b="31723"/>
            <a:stretch>
              <a:fillRect/>
            </a:stretch>
          </p:blipFill>
          <p:spPr>
            <a:xfrm>
              <a:off x="-164843" y="-546113"/>
              <a:ext cx="5982473" cy="6667513"/>
            </a:xfrm>
            <a:prstGeom prst="round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6E3E923-D208-103D-2D8C-00B0BF85EE97}"/>
                </a:ext>
              </a:extLst>
            </p:cNvPr>
            <p:cNvSpPr txBox="1"/>
            <p:nvPr/>
          </p:nvSpPr>
          <p:spPr>
            <a:xfrm>
              <a:off x="992190" y="1752659"/>
              <a:ext cx="216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 dirty="0"/>
                <a:t>Proposal Report</a:t>
              </a:r>
              <a:endParaRPr lang="en-IN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BD6F392-8E40-50D0-E55B-6CA6F72E6F1A}"/>
                </a:ext>
              </a:extLst>
            </p:cNvPr>
            <p:cNvSpPr txBox="1"/>
            <p:nvPr/>
          </p:nvSpPr>
          <p:spPr>
            <a:xfrm>
              <a:off x="992190" y="2252780"/>
              <a:ext cx="471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lvl="1" indent="-285750">
                <a:buFont typeface="Wingdings" panose="05000000000000000000" pitchFamily="2" charset="2"/>
                <a:buChar char="q"/>
              </a:pPr>
              <a:r>
                <a:rPr lang="en-IN" dirty="0"/>
                <a:t>UI Web Application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CE84E2E-19F0-A12E-9573-4A8CDDCD296F}"/>
                </a:ext>
              </a:extLst>
            </p:cNvPr>
            <p:cNvSpPr txBox="1"/>
            <p:nvPr/>
          </p:nvSpPr>
          <p:spPr>
            <a:xfrm>
              <a:off x="992190" y="2752899"/>
              <a:ext cx="1944000" cy="324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dirty="0"/>
                <a:t>Detailed Report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52F74AE-6B8B-DFA7-0E85-DC56AA967FEE}"/>
                </a:ext>
              </a:extLst>
            </p:cNvPr>
            <p:cNvSpPr txBox="1"/>
            <p:nvPr/>
          </p:nvSpPr>
          <p:spPr>
            <a:xfrm>
              <a:off x="992190" y="3278420"/>
              <a:ext cx="41069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dirty="0"/>
                <a:t>Code readily runnable on </a:t>
              </a:r>
              <a:r>
                <a:rPr lang="en-IN" dirty="0" err="1"/>
                <a:t>Github</a:t>
              </a:r>
              <a:endParaRPr lang="en-IN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2682529-748A-2C76-1937-7C50C42C10EF}"/>
                </a:ext>
              </a:extLst>
            </p:cNvPr>
            <p:cNvSpPr txBox="1"/>
            <p:nvPr/>
          </p:nvSpPr>
          <p:spPr>
            <a:xfrm>
              <a:off x="992190" y="4287131"/>
              <a:ext cx="1584000" cy="324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lvl="1" indent="-285750">
                <a:buFont typeface="Wingdings" panose="05000000000000000000" pitchFamily="2" charset="2"/>
                <a:buChar char="q"/>
              </a:pPr>
              <a:r>
                <a:rPr lang="en-IN" dirty="0"/>
                <a:t>Readme file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4D85DC7-D8FB-4988-0B11-B31FFA7E344C}"/>
                </a:ext>
              </a:extLst>
            </p:cNvPr>
            <p:cNvSpPr txBox="1"/>
            <p:nvPr/>
          </p:nvSpPr>
          <p:spPr>
            <a:xfrm>
              <a:off x="992190" y="3765841"/>
              <a:ext cx="273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lvl="1" indent="-285750">
                <a:buFont typeface="Wingdings" panose="05000000000000000000" pitchFamily="2" charset="2"/>
                <a:buChar char="q"/>
              </a:pPr>
              <a:r>
                <a:rPr lang="en-IN"/>
                <a:t>Datasets </a:t>
              </a:r>
              <a:r>
                <a:rPr lang="en-IN" dirty="0"/>
                <a:t>on Kaggle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AE4A624-757A-8EAD-35CD-E0F9A837B32E}"/>
              </a:ext>
            </a:extLst>
          </p:cNvPr>
          <p:cNvSpPr txBox="1"/>
          <p:nvPr/>
        </p:nvSpPr>
        <p:spPr>
          <a:xfrm>
            <a:off x="6843950" y="984671"/>
            <a:ext cx="1608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Checklist</a:t>
            </a:r>
            <a:endParaRPr lang="en-IN" dirty="0"/>
          </a:p>
        </p:txBody>
      </p:sp>
      <p:pic>
        <p:nvPicPr>
          <p:cNvPr id="15" name="Graphic 14" descr="Checkmark">
            <a:extLst>
              <a:ext uri="{FF2B5EF4-FFF2-40B4-BE49-F238E27FC236}">
                <a16:creationId xmlns:a16="http://schemas.microsoft.com/office/drawing/2014/main" id="{C0856E04-993E-A45E-99EF-E70A18B858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33427" y="2139394"/>
            <a:ext cx="288000" cy="288000"/>
          </a:xfrm>
          <a:prstGeom prst="rect">
            <a:avLst/>
          </a:prstGeom>
        </p:spPr>
      </p:pic>
      <p:pic>
        <p:nvPicPr>
          <p:cNvPr id="16" name="Graphic 15" descr="Checkmark">
            <a:extLst>
              <a:ext uri="{FF2B5EF4-FFF2-40B4-BE49-F238E27FC236}">
                <a16:creationId xmlns:a16="http://schemas.microsoft.com/office/drawing/2014/main" id="{E6D37281-39B8-DB47-7651-106964222D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37232" y="2650258"/>
            <a:ext cx="288000" cy="288000"/>
          </a:xfrm>
          <a:prstGeom prst="rect">
            <a:avLst/>
          </a:prstGeom>
        </p:spPr>
      </p:pic>
      <p:pic>
        <p:nvPicPr>
          <p:cNvPr id="17" name="Graphic 16" descr="Checkmark">
            <a:extLst>
              <a:ext uri="{FF2B5EF4-FFF2-40B4-BE49-F238E27FC236}">
                <a16:creationId xmlns:a16="http://schemas.microsoft.com/office/drawing/2014/main" id="{C4C9CF09-4BC2-BB66-1DC8-0427D0EF18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4335" y="3117501"/>
            <a:ext cx="288000" cy="288000"/>
          </a:xfrm>
          <a:prstGeom prst="rect">
            <a:avLst/>
          </a:prstGeom>
        </p:spPr>
      </p:pic>
      <p:pic>
        <p:nvPicPr>
          <p:cNvPr id="18" name="Graphic 17" descr="Checkmark">
            <a:extLst>
              <a:ext uri="{FF2B5EF4-FFF2-40B4-BE49-F238E27FC236}">
                <a16:creationId xmlns:a16="http://schemas.microsoft.com/office/drawing/2014/main" id="{7AA140D7-D1F1-A0CD-2742-05FD2A5D39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6702" y="4161499"/>
            <a:ext cx="288000" cy="288000"/>
          </a:xfrm>
          <a:prstGeom prst="rect">
            <a:avLst/>
          </a:prstGeom>
        </p:spPr>
      </p:pic>
      <p:pic>
        <p:nvPicPr>
          <p:cNvPr id="19" name="Graphic 18" descr="Checkmark">
            <a:extLst>
              <a:ext uri="{FF2B5EF4-FFF2-40B4-BE49-F238E27FC236}">
                <a16:creationId xmlns:a16="http://schemas.microsoft.com/office/drawing/2014/main" id="{A75B0F8A-CCA4-41E8-4018-7F7ABF63BE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6702" y="4666837"/>
            <a:ext cx="288000" cy="288000"/>
          </a:xfrm>
          <a:prstGeom prst="rect">
            <a:avLst/>
          </a:prstGeom>
        </p:spPr>
      </p:pic>
      <p:pic>
        <p:nvPicPr>
          <p:cNvPr id="23" name="Graphic 22" descr="Checkmark">
            <a:extLst>
              <a:ext uri="{FF2B5EF4-FFF2-40B4-BE49-F238E27FC236}">
                <a16:creationId xmlns:a16="http://schemas.microsoft.com/office/drawing/2014/main" id="{FD3AA5AC-679E-9441-FE7E-00A5894599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8896" y="3668537"/>
            <a:ext cx="288000" cy="288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8278341-3D4E-6D5A-B9FD-135E902AA22E}"/>
              </a:ext>
            </a:extLst>
          </p:cNvPr>
          <p:cNvSpPr txBox="1"/>
          <p:nvPr/>
        </p:nvSpPr>
        <p:spPr>
          <a:xfrm>
            <a:off x="921083" y="5559257"/>
            <a:ext cx="5519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3D72193-1186-1DA7-7B43-999F5145F292}"/>
              </a:ext>
            </a:extLst>
          </p:cNvPr>
          <p:cNvGrpSpPr/>
          <p:nvPr/>
        </p:nvGrpSpPr>
        <p:grpSpPr>
          <a:xfrm>
            <a:off x="-11445707" y="25557"/>
            <a:ext cx="14450101" cy="6858000"/>
            <a:chOff x="-14486671" y="3537"/>
            <a:chExt cx="14450101" cy="68580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FA4D17D-4904-A958-F55F-576596CC94DB}"/>
                </a:ext>
              </a:extLst>
            </p:cNvPr>
            <p:cNvSpPr/>
            <p:nvPr/>
          </p:nvSpPr>
          <p:spPr>
            <a:xfrm>
              <a:off x="-14486671" y="3537"/>
              <a:ext cx="1440000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FA94B23-7694-AE2A-6872-0DB8A197283A}"/>
                </a:ext>
              </a:extLst>
            </p:cNvPr>
            <p:cNvSpPr/>
            <p:nvPr/>
          </p:nvSpPr>
          <p:spPr>
            <a:xfrm>
              <a:off x="-1248611" y="2340976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3F93574-03C5-70EC-69EA-C7F85E896B88}"/>
                </a:ext>
              </a:extLst>
            </p:cNvPr>
            <p:cNvSpPr txBox="1"/>
            <p:nvPr/>
          </p:nvSpPr>
          <p:spPr>
            <a:xfrm rot="16200000">
              <a:off x="-1349735" y="3114125"/>
              <a:ext cx="198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DEMO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9ECF4A36-2938-8712-F83C-D64E398EB13A}"/>
              </a:ext>
            </a:extLst>
          </p:cNvPr>
          <p:cNvSpPr txBox="1"/>
          <p:nvPr/>
        </p:nvSpPr>
        <p:spPr>
          <a:xfrm rot="16200000">
            <a:off x="10897499" y="3303508"/>
            <a:ext cx="19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0EEF0"/>
                </a:solidFill>
                <a:latin typeface="Tw Cen MT" panose="020B0602020104020603" pitchFamily="34" charset="0"/>
              </a:rPr>
              <a:t>DELIVERABLE</a:t>
            </a:r>
          </a:p>
        </p:txBody>
      </p:sp>
    </p:spTree>
    <p:extLst>
      <p:ext uri="{BB962C8B-B14F-4D97-AF65-F5344CB8AC3E}">
        <p14:creationId xmlns:p14="http://schemas.microsoft.com/office/powerpoint/2010/main" val="138179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C10B7-79AE-DF49-FC5C-3FEC8C58D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88EA0EF-270A-CEC5-786B-382E54342B0C}"/>
              </a:ext>
            </a:extLst>
          </p:cNvPr>
          <p:cNvSpPr/>
          <p:nvPr/>
        </p:nvSpPr>
        <p:spPr>
          <a:xfrm>
            <a:off x="0" y="0"/>
            <a:ext cx="12004646" cy="6858000"/>
          </a:xfrm>
          <a:prstGeom prst="roundRect">
            <a:avLst/>
          </a:prstGeom>
          <a:solidFill>
            <a:srgbClr val="00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</a:t>
            </a:r>
            <a:r>
              <a:rPr lang="en-IN" sz="6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EMO</a:t>
            </a:r>
          </a:p>
        </p:txBody>
      </p:sp>
    </p:spTree>
    <p:extLst>
      <p:ext uri="{BB962C8B-B14F-4D97-AF65-F5344CB8AC3E}">
        <p14:creationId xmlns:p14="http://schemas.microsoft.com/office/powerpoint/2010/main" val="2556936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811</TotalTime>
  <Words>229</Words>
  <Application>Microsoft Office PowerPoint</Application>
  <PresentationFormat>Widescreen</PresentationFormat>
  <Paragraphs>113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Aharoni</vt:lpstr>
      <vt:lpstr>Arial</vt:lpstr>
      <vt:lpstr>Calibri</vt:lpstr>
      <vt:lpstr>Calibri Light</vt:lpstr>
      <vt:lpstr>Tw Cen MT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</dc:creator>
  <cp:lastModifiedBy>prakhar gupta</cp:lastModifiedBy>
  <cp:revision>25</cp:revision>
  <dcterms:created xsi:type="dcterms:W3CDTF">2023-08-26T09:48:28Z</dcterms:created>
  <dcterms:modified xsi:type="dcterms:W3CDTF">2026-07-13T15:24:52Z</dcterms:modified>
</cp:coreProperties>
</file>